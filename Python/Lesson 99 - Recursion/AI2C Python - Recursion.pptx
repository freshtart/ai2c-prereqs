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0" r:id="rId5"/>
  </p:sldMasterIdLst>
  <p:notesMasterIdLst>
    <p:notesMasterId r:id="rId24"/>
  </p:notesMasterIdLst>
  <p:sldIdLst>
    <p:sldId id="256" r:id="rId6"/>
    <p:sldId id="257" r:id="rId7"/>
    <p:sldId id="270" r:id="rId8"/>
    <p:sldId id="258" r:id="rId9"/>
    <p:sldId id="259" r:id="rId10"/>
    <p:sldId id="260" r:id="rId11"/>
    <p:sldId id="261" r:id="rId12"/>
    <p:sldId id="267" r:id="rId13"/>
    <p:sldId id="271" r:id="rId14"/>
    <p:sldId id="268" r:id="rId15"/>
    <p:sldId id="262" r:id="rId16"/>
    <p:sldId id="272" r:id="rId17"/>
    <p:sldId id="263" r:id="rId18"/>
    <p:sldId id="264" r:id="rId19"/>
    <p:sldId id="265" r:id="rId20"/>
    <p:sldId id="266" r:id="rId21"/>
    <p:sldId id="269" r:id="rId22"/>
    <p:sldId id="273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0DDAD46-DEF6-B7D0-A7D3-6879BF5B2153}" v="530" dt="2025-12-23T16:08:06.649"/>
    <p1510:client id="{FFEED2B6-54C5-4E72-9ACA-FD1F60CA9349}" v="20" dt="2025-12-22T14:37:28.31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6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notesMaster" Target="notesMasters/notesMaster1.xml"/><Relationship Id="rId5" Type="http://schemas.openxmlformats.org/officeDocument/2006/relationships/slideMaster" Target="slideMasters/slideMaster1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tableStyles" Target="tableStyle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4" Type="http://schemas.openxmlformats.org/officeDocument/2006/relationships/customXml" Target="../customXml/item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1C588C-9717-44ED-B9A9-CBD9D1909AD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0BBBCE-FA44-432B-84B0-7537B15976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81299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Date Placeholder 19">
            <a:extLst>
              <a:ext uri="{FF2B5EF4-FFF2-40B4-BE49-F238E27FC236}">
                <a16:creationId xmlns:a16="http://schemas.microsoft.com/office/drawing/2014/main" id="{39F9F092-1A2E-3BC5-0D99-EE4B132543F8}"/>
              </a:ext>
            </a:extLst>
          </p:cNvPr>
          <p:cNvSpPr>
            <a:spLocks noGrp="1"/>
          </p:cNvSpPr>
          <p:nvPr>
            <p:ph type="dt" sz="half" idx="49"/>
          </p:nvPr>
        </p:nvSpPr>
        <p:spPr/>
        <p:txBody>
          <a:bodyPr/>
          <a:lstStyle/>
          <a:p>
            <a:fld id="{7A3E0868-4E26-4CDC-8A56-D70E2D8B12FE}" type="datetime3">
              <a:rPr lang="en-US" smtClean="0"/>
              <a:t>23 December 2025</a:t>
            </a:fld>
            <a:endParaRPr lang="en-US"/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4D3DAC6A-DFDF-B313-4DB4-FA56B489F422}"/>
              </a:ext>
            </a:extLst>
          </p:cNvPr>
          <p:cNvSpPr>
            <a:spLocks noGrp="1"/>
          </p:cNvSpPr>
          <p:nvPr>
            <p:ph type="sldNum" sz="quarter" idx="50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Text Placeholder 30">
            <a:extLst>
              <a:ext uri="{FF2B5EF4-FFF2-40B4-BE49-F238E27FC236}">
                <a16:creationId xmlns:a16="http://schemas.microsoft.com/office/drawing/2014/main" id="{FC933DC4-3663-15AC-8A64-D7573EE2EC9F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47688" y="5133530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22" name="Text Placeholder 30">
            <a:extLst>
              <a:ext uri="{FF2B5EF4-FFF2-40B4-BE49-F238E27FC236}">
                <a16:creationId xmlns:a16="http://schemas.microsoft.com/office/drawing/2014/main" id="{1FE393D1-D968-8D71-45F7-5B4A7CEF5CF9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47688" y="4952738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23" name="Text Placeholder 30">
            <a:extLst>
              <a:ext uri="{FF2B5EF4-FFF2-40B4-BE49-F238E27FC236}">
                <a16:creationId xmlns:a16="http://schemas.microsoft.com/office/drawing/2014/main" id="{DF69BC8A-AD59-63A3-64A2-27F7496859F1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547688" y="5314322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CUI Category: </a:t>
            </a:r>
          </a:p>
        </p:txBody>
      </p:sp>
      <p:sp>
        <p:nvSpPr>
          <p:cNvPr id="24" name="Text Placeholder 30">
            <a:extLst>
              <a:ext uri="{FF2B5EF4-FFF2-40B4-BE49-F238E27FC236}">
                <a16:creationId xmlns:a16="http://schemas.microsoft.com/office/drawing/2014/main" id="{EDE4793B-EE3D-A719-6990-5D9F67CBAF13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547688" y="5495114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Distribution Statement: </a:t>
            </a:r>
          </a:p>
        </p:txBody>
      </p:sp>
      <p:sp>
        <p:nvSpPr>
          <p:cNvPr id="25" name="Text Placeholder 30">
            <a:extLst>
              <a:ext uri="{FF2B5EF4-FFF2-40B4-BE49-F238E27FC236}">
                <a16:creationId xmlns:a16="http://schemas.microsoft.com/office/drawing/2014/main" id="{A24EE18E-6DA7-CB84-1F21-8DF1C7482384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547688" y="5675906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POC: </a:t>
            </a:r>
          </a:p>
        </p:txBody>
      </p:sp>
      <p:sp>
        <p:nvSpPr>
          <p:cNvPr id="26" name="Text Placeholder 30">
            <a:extLst>
              <a:ext uri="{FF2B5EF4-FFF2-40B4-BE49-F238E27FC236}">
                <a16:creationId xmlns:a16="http://schemas.microsoft.com/office/drawing/2014/main" id="{AAEE65B4-7FC0-51E0-61A9-DA039122F268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1981200" y="5133530"/>
            <a:ext cx="3124934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27" name="Text Placeholder 30">
            <a:extLst>
              <a:ext uri="{FF2B5EF4-FFF2-40B4-BE49-F238E27FC236}">
                <a16:creationId xmlns:a16="http://schemas.microsoft.com/office/drawing/2014/main" id="{6483CD3B-2F61-38F8-2851-B10539781BDC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1981200" y="4952738"/>
            <a:ext cx="3124934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28" name="Text Placeholder 30">
            <a:extLst>
              <a:ext uri="{FF2B5EF4-FFF2-40B4-BE49-F238E27FC236}">
                <a16:creationId xmlns:a16="http://schemas.microsoft.com/office/drawing/2014/main" id="{F72C11EB-F1A8-B896-9775-C7ADA2F8325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981200" y="5314322"/>
            <a:ext cx="3124934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29" name="Text Placeholder 30">
            <a:extLst>
              <a:ext uri="{FF2B5EF4-FFF2-40B4-BE49-F238E27FC236}">
                <a16:creationId xmlns:a16="http://schemas.microsoft.com/office/drawing/2014/main" id="{4BF91907-2C5A-9E08-110C-64B850CA6482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1981200" y="5495114"/>
            <a:ext cx="3124934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30" name="Text Placeholder 30">
            <a:extLst>
              <a:ext uri="{FF2B5EF4-FFF2-40B4-BE49-F238E27FC236}">
                <a16:creationId xmlns:a16="http://schemas.microsoft.com/office/drawing/2014/main" id="{0F5C0BB3-E700-E0BE-1E5D-F32BFF0DB730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1981200" y="5675906"/>
            <a:ext cx="3124934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pic>
        <p:nvPicPr>
          <p:cNvPr id="5" name="U.S. Army" descr="U.S. Army">
            <a:extLst>
              <a:ext uri="{FF2B5EF4-FFF2-40B4-BE49-F238E27FC236}">
                <a16:creationId xmlns:a16="http://schemas.microsoft.com/office/drawing/2014/main" id="{8765D769-2E19-A1D0-70F0-660B5118F32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black">
          <a:xfrm>
            <a:off x="244899" y="112631"/>
            <a:ext cx="3246120" cy="122580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367708F-A6ED-2C67-AAB2-F57AAA10F9A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0004616" y="411162"/>
            <a:ext cx="1629707" cy="478023"/>
          </a:xfrm>
          <a:prstGeom prst="rect">
            <a:avLst/>
          </a:prstGeom>
        </p:spPr>
      </p:pic>
      <p:grpSp>
        <p:nvGrpSpPr>
          <p:cNvPr id="4" name="Group">
            <a:extLst>
              <a:ext uri="{FF2B5EF4-FFF2-40B4-BE49-F238E27FC236}">
                <a16:creationId xmlns:a16="http://schemas.microsoft.com/office/drawing/2014/main" id="{0D2A18CE-EA59-FCDB-5CF9-72169831C6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48218" y="1974220"/>
            <a:ext cx="7173381" cy="2377440"/>
            <a:chOff x="411163" y="2240280"/>
            <a:chExt cx="6446837" cy="2377440"/>
          </a:xfrm>
        </p:grpSpPr>
        <p:sp>
          <p:nvSpPr>
            <p:cNvPr id="15" name="Rectangle">
              <a:extLst>
                <a:ext uri="{FF2B5EF4-FFF2-40B4-BE49-F238E27FC236}">
                  <a16:creationId xmlns:a16="http://schemas.microsoft.com/office/drawing/2014/main" id="{453FC9A3-D341-95FE-49D0-507EC65462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411163" y="2240280"/>
              <a:ext cx="6446837" cy="2377440"/>
            </a:xfrm>
            <a:prstGeom prst="rect">
              <a:avLst/>
            </a:prstGeom>
            <a:noFill/>
            <a:ln w="19050" cap="flat">
              <a:solidFill>
                <a:srgbClr val="FFCC01"/>
              </a:solidFill>
              <a:miter lim="800000"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00000"/>
                </a:lnSpc>
              </a:pPr>
              <a:endParaRPr lang="en-US" sz="1600"/>
            </a:p>
          </p:txBody>
        </p:sp>
        <p:cxnSp>
          <p:nvCxnSpPr>
            <p:cNvPr id="18" name="Line">
              <a:extLst>
                <a:ext uri="{FF2B5EF4-FFF2-40B4-BE49-F238E27FC236}">
                  <a16:creationId xmlns:a16="http://schemas.microsoft.com/office/drawing/2014/main" id="{2A030869-4AC4-CE94-F004-03103C4DBC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11163" y="3931920"/>
              <a:ext cx="6446837" cy="0"/>
            </a:xfrm>
            <a:prstGeom prst="line">
              <a:avLst/>
            </a:prstGeom>
            <a:ln w="19050" cap="flat">
              <a:solidFill>
                <a:srgbClr val="FFCC0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  <p:cxnSp>
          <p:nvCxnSpPr>
            <p:cNvPr id="19" name="Line">
              <a:extLst>
                <a:ext uri="{FF2B5EF4-FFF2-40B4-BE49-F238E27FC236}">
                  <a16:creationId xmlns:a16="http://schemas.microsoft.com/office/drawing/2014/main" id="{5AB8E5F3-02DC-C870-FF70-6B7F087F40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274795" y="3931920"/>
              <a:ext cx="0" cy="685800"/>
            </a:xfrm>
            <a:prstGeom prst="line">
              <a:avLst/>
            </a:prstGeom>
            <a:ln w="19050" cap="flat">
              <a:solidFill>
                <a:srgbClr val="FFCC0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</p:grpSp>
      <p:sp>
        <p:nvSpPr>
          <p:cNvPr id="31" name="Title 1">
            <a:extLst>
              <a:ext uri="{FF2B5EF4-FFF2-40B4-BE49-F238E27FC236}">
                <a16:creationId xmlns:a16="http://schemas.microsoft.com/office/drawing/2014/main" id="{0A3716E9-1A78-32FC-3DC4-30F60037386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4400" y="2202820"/>
            <a:ext cx="6429375" cy="1325880"/>
          </a:xfrm>
        </p:spPr>
        <p:txBody>
          <a:bodyPr anchor="t" anchorCtr="0"/>
          <a:lstStyle>
            <a:lvl1pPr algn="l">
              <a:lnSpc>
                <a:spcPct val="80000"/>
              </a:lnSpc>
              <a:defRPr sz="3600"/>
            </a:lvl1pPr>
          </a:lstStyle>
          <a:p>
            <a:r>
              <a:rPr kumimoji="0" lang="en-US" sz="3600" b="0" i="0" u="none" strike="noStrike" kern="1200" cap="all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PRESENTATION TITLE</a:t>
            </a:r>
            <a:br>
              <a:rPr kumimoji="0" lang="en-US" sz="3600" b="0" i="0" u="none" strike="noStrike" kern="1200" cap="all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</a:br>
            <a:r>
              <a:rPr kumimoji="0" lang="en-US" sz="3600" b="0" i="0" u="none" strike="noStrike" kern="1200" cap="all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PRESENTATION TITLE</a:t>
            </a:r>
            <a:br>
              <a:rPr kumimoji="0" lang="en-US" sz="3600" b="0" i="0" u="none" strike="noStrike" kern="1200" cap="all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</a:br>
            <a:r>
              <a:rPr kumimoji="0" lang="en-US" sz="3600" b="0" i="0" u="none" strike="noStrike" kern="1200" cap="all" spc="0" normalizeH="0" baseline="0" noProof="0">
                <a:ln>
                  <a:noFill/>
                </a:ln>
                <a:solidFill>
                  <a:srgbClr val="FFCC01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THREE LINES MAX</a:t>
            </a:r>
            <a:endParaRPr lang="en-US"/>
          </a:p>
        </p:txBody>
      </p:sp>
      <p:sp>
        <p:nvSpPr>
          <p:cNvPr id="32" name="Subtitle 2">
            <a:extLst>
              <a:ext uri="{FF2B5EF4-FFF2-40B4-BE49-F238E27FC236}">
                <a16:creationId xmlns:a16="http://schemas.microsoft.com/office/drawing/2014/main" id="{9BBCBD69-970D-2A8D-E951-CFBC732DBCF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1" y="3784732"/>
            <a:ext cx="3565524" cy="457200"/>
          </a:xfrm>
        </p:spPr>
        <p:txBody>
          <a:bodyPr anchor="ctr" anchorCtr="0"/>
          <a:lstStyle>
            <a:lvl1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  <a:lvl2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2pPr>
            <a:lvl3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3pPr>
            <a:lvl4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4pPr>
            <a:lvl5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5pPr>
            <a:lvl6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6pPr>
            <a:lvl7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7pPr>
            <a:lvl8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8pPr>
            <a:lvl9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9pPr>
          </a:lstStyle>
          <a:p>
            <a:r>
              <a:rPr lang="en-US"/>
              <a:t>[Presentation subtitle/description]</a:t>
            </a:r>
          </a:p>
        </p:txBody>
      </p:sp>
      <p:sp>
        <p:nvSpPr>
          <p:cNvPr id="33" name="Text Placeholder 3">
            <a:extLst>
              <a:ext uri="{FF2B5EF4-FFF2-40B4-BE49-F238E27FC236}">
                <a16:creationId xmlns:a16="http://schemas.microsoft.com/office/drawing/2014/main" id="{845FCD4C-F9C5-DECB-5274-6DEC95A50B5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12079" y="3784732"/>
            <a:ext cx="2131695" cy="457200"/>
          </a:xfrm>
        </p:spPr>
        <p:txBody>
          <a:bodyPr anchor="ctr" anchorCtr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1pPr>
            <a:lvl2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2pPr>
            <a:lvl3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3pPr>
            <a:lvl4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4pPr>
            <a:lvl5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5pPr>
            <a:lvl6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6pPr>
            <a:lvl7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7pPr>
            <a:lvl8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8pPr>
            <a:lvl9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[00 Month 0000]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10D24ED-E5F8-CA86-25F1-78110A690DC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0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  <p:sp>
        <p:nvSpPr>
          <p:cNvPr id="3" name="Rectangle 15">
            <a:extLst>
              <a:ext uri="{FF2B5EF4-FFF2-40B4-BE49-F238E27FC236}">
                <a16:creationId xmlns:a16="http://schemas.microsoft.com/office/drawing/2014/main" id="{5F51F9D9-5896-27C6-545B-841C41CB76F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6657945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</p:spTree>
    <p:extLst>
      <p:ext uri="{BB962C8B-B14F-4D97-AF65-F5344CB8AC3E}">
        <p14:creationId xmlns:p14="http://schemas.microsoft.com/office/powerpoint/2010/main" val="329152279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1B5714-1C67-5305-161F-BB8ABA64529E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6DDC931E-8CBE-4A3F-A034-9B6122C6DCDB}" type="datetime3">
              <a:rPr lang="en-US" smtClean="0"/>
              <a:t>23 December 2025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66A96F-567A-34EC-DC2C-66C406228A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U.S. Army" descr="U.S. Army">
            <a:extLst>
              <a:ext uri="{FF2B5EF4-FFF2-40B4-BE49-F238E27FC236}">
                <a16:creationId xmlns:a16="http://schemas.microsoft.com/office/drawing/2014/main" id="{C4525471-71C4-E84C-06B5-CF4BA10994C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black">
          <a:xfrm>
            <a:off x="180891" y="104974"/>
            <a:ext cx="3246120" cy="1225808"/>
          </a:xfrm>
          <a:prstGeom prst="rect">
            <a:avLst/>
          </a:prstGeom>
          <a:noFill/>
        </p:spPr>
      </p:pic>
      <p:sp>
        <p:nvSpPr>
          <p:cNvPr id="9" name="Text Placeholder 30">
            <a:extLst>
              <a:ext uri="{FF2B5EF4-FFF2-40B4-BE49-F238E27FC236}">
                <a16:creationId xmlns:a16="http://schemas.microsoft.com/office/drawing/2014/main" id="{00EB67EC-5954-991C-39BB-6509621390EB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47688" y="5133530"/>
            <a:ext cx="1335568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13" name="Text Placeholder 30">
            <a:extLst>
              <a:ext uri="{FF2B5EF4-FFF2-40B4-BE49-F238E27FC236}">
                <a16:creationId xmlns:a16="http://schemas.microsoft.com/office/drawing/2014/main" id="{E6059881-3615-6A80-014A-12F5EBBBE25A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47688" y="4952738"/>
            <a:ext cx="1335568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14" name="Text Placeholder 30">
            <a:extLst>
              <a:ext uri="{FF2B5EF4-FFF2-40B4-BE49-F238E27FC236}">
                <a16:creationId xmlns:a16="http://schemas.microsoft.com/office/drawing/2014/main" id="{E2D99AAA-01B9-ED71-F90F-711F200233EB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547688" y="5314322"/>
            <a:ext cx="1335568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CUI Category: </a:t>
            </a:r>
          </a:p>
        </p:txBody>
      </p:sp>
      <p:sp>
        <p:nvSpPr>
          <p:cNvPr id="16" name="Text Placeholder 30">
            <a:extLst>
              <a:ext uri="{FF2B5EF4-FFF2-40B4-BE49-F238E27FC236}">
                <a16:creationId xmlns:a16="http://schemas.microsoft.com/office/drawing/2014/main" id="{AA78AC6A-4B5E-2F9D-94D1-897336CBC5FD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547688" y="5495114"/>
            <a:ext cx="1335568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Distribution Statement: </a:t>
            </a:r>
          </a:p>
        </p:txBody>
      </p:sp>
      <p:sp>
        <p:nvSpPr>
          <p:cNvPr id="17" name="Text Placeholder 30">
            <a:extLst>
              <a:ext uri="{FF2B5EF4-FFF2-40B4-BE49-F238E27FC236}">
                <a16:creationId xmlns:a16="http://schemas.microsoft.com/office/drawing/2014/main" id="{E909E494-A135-FCDC-B270-D6B7047A3B14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547688" y="5675906"/>
            <a:ext cx="1335568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POC: </a:t>
            </a:r>
          </a:p>
        </p:txBody>
      </p:sp>
      <p:sp>
        <p:nvSpPr>
          <p:cNvPr id="18" name="Text Placeholder 30">
            <a:extLst>
              <a:ext uri="{FF2B5EF4-FFF2-40B4-BE49-F238E27FC236}">
                <a16:creationId xmlns:a16="http://schemas.microsoft.com/office/drawing/2014/main" id="{99D08674-52BB-F86B-32DC-93D0F45597F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1981200" y="5133530"/>
            <a:ext cx="3124934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19" name="Text Placeholder 30">
            <a:extLst>
              <a:ext uri="{FF2B5EF4-FFF2-40B4-BE49-F238E27FC236}">
                <a16:creationId xmlns:a16="http://schemas.microsoft.com/office/drawing/2014/main" id="{75B8A948-14E8-9F98-4694-85A4D577B42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1981200" y="4952738"/>
            <a:ext cx="3124934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20" name="Text Placeholder 30">
            <a:extLst>
              <a:ext uri="{FF2B5EF4-FFF2-40B4-BE49-F238E27FC236}">
                <a16:creationId xmlns:a16="http://schemas.microsoft.com/office/drawing/2014/main" id="{8594BC0E-E83A-A7AB-AD3C-A280B5A706D3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981200" y="5314322"/>
            <a:ext cx="3124934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21" name="Text Placeholder 30">
            <a:extLst>
              <a:ext uri="{FF2B5EF4-FFF2-40B4-BE49-F238E27FC236}">
                <a16:creationId xmlns:a16="http://schemas.microsoft.com/office/drawing/2014/main" id="{45C25EBB-0808-3B97-D5EC-84FE1867AB1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1981200" y="5495114"/>
            <a:ext cx="3124934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1EEF3E66-AAEE-1C6B-9049-032018F0EF1A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1981200" y="5675906"/>
            <a:ext cx="3124934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grpSp>
        <p:nvGrpSpPr>
          <p:cNvPr id="48" name="Group">
            <a:extLst>
              <a:ext uri="{FF2B5EF4-FFF2-40B4-BE49-F238E27FC236}">
                <a16:creationId xmlns:a16="http://schemas.microsoft.com/office/drawing/2014/main" id="{1D6D8113-2B65-BAC0-DBC2-601012CF01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48219" y="1974220"/>
            <a:ext cx="7173382" cy="2377440"/>
            <a:chOff x="411163" y="2240280"/>
            <a:chExt cx="6446837" cy="2377440"/>
          </a:xfrm>
        </p:grpSpPr>
        <p:sp>
          <p:nvSpPr>
            <p:cNvPr id="49" name="Rectangle">
              <a:extLst>
                <a:ext uri="{FF2B5EF4-FFF2-40B4-BE49-F238E27FC236}">
                  <a16:creationId xmlns:a16="http://schemas.microsoft.com/office/drawing/2014/main" id="{7528BC0B-D239-46B3-8ED2-9B82FDC07F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411163" y="2240280"/>
              <a:ext cx="6446837" cy="2377440"/>
            </a:xfrm>
            <a:prstGeom prst="rect">
              <a:avLst/>
            </a:prstGeom>
            <a:noFill/>
            <a:ln w="19050" cap="flat">
              <a:solidFill>
                <a:srgbClr val="221F20"/>
              </a:solidFill>
              <a:miter lim="800000"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00000"/>
                </a:lnSpc>
              </a:pPr>
              <a:endParaRPr lang="en-US" sz="1600"/>
            </a:p>
          </p:txBody>
        </p:sp>
        <p:cxnSp>
          <p:nvCxnSpPr>
            <p:cNvPr id="50" name="Line">
              <a:extLst>
                <a:ext uri="{FF2B5EF4-FFF2-40B4-BE49-F238E27FC236}">
                  <a16:creationId xmlns:a16="http://schemas.microsoft.com/office/drawing/2014/main" id="{435BD1FC-4390-71A4-34EE-951EFF0886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11163" y="3931920"/>
              <a:ext cx="6446837" cy="0"/>
            </a:xfrm>
            <a:prstGeom prst="line">
              <a:avLst/>
            </a:prstGeom>
            <a:ln w="19050" cap="flat">
              <a:solidFill>
                <a:srgbClr val="221F20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  <p:cxnSp>
          <p:nvCxnSpPr>
            <p:cNvPr id="51" name="Line">
              <a:extLst>
                <a:ext uri="{FF2B5EF4-FFF2-40B4-BE49-F238E27FC236}">
                  <a16:creationId xmlns:a16="http://schemas.microsoft.com/office/drawing/2014/main" id="{F4A81146-41CE-E3FA-3A50-29CA5D91DB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272796" y="3931920"/>
              <a:ext cx="0" cy="685800"/>
            </a:xfrm>
            <a:prstGeom prst="line">
              <a:avLst/>
            </a:prstGeom>
            <a:ln w="19050" cap="flat">
              <a:solidFill>
                <a:srgbClr val="221F20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</p:grpSp>
      <p:sp>
        <p:nvSpPr>
          <p:cNvPr id="52" name="Title 1">
            <a:extLst>
              <a:ext uri="{FF2B5EF4-FFF2-40B4-BE49-F238E27FC236}">
                <a16:creationId xmlns:a16="http://schemas.microsoft.com/office/drawing/2014/main" id="{34261743-5C6B-193D-74C7-FC918BD33CB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4399" y="2202820"/>
            <a:ext cx="6429375" cy="1325880"/>
          </a:xfrm>
        </p:spPr>
        <p:txBody>
          <a:bodyPr anchor="t" anchorCtr="0"/>
          <a:lstStyle>
            <a:lvl1pPr algn="l">
              <a:lnSpc>
                <a:spcPct val="80000"/>
              </a:lnSpc>
              <a:defRPr sz="3600"/>
            </a:lvl1pPr>
          </a:lstStyle>
          <a:p>
            <a:r>
              <a:rPr lang="en-US"/>
              <a:t>Presentation title</a:t>
            </a:r>
            <a:br>
              <a:rPr lang="en-US"/>
            </a:br>
            <a:r>
              <a:rPr lang="en-US"/>
              <a:t>PRESENTATION TITLE</a:t>
            </a:r>
            <a:br>
              <a:rPr lang="en-US"/>
            </a:br>
            <a:r>
              <a:rPr lang="en-US"/>
              <a:t>THREE LINES MAX</a:t>
            </a:r>
          </a:p>
        </p:txBody>
      </p:sp>
      <p:sp>
        <p:nvSpPr>
          <p:cNvPr id="53" name="Subtitle 2">
            <a:extLst>
              <a:ext uri="{FF2B5EF4-FFF2-40B4-BE49-F238E27FC236}">
                <a16:creationId xmlns:a16="http://schemas.microsoft.com/office/drawing/2014/main" id="{09DA0322-2B5C-8F10-EE8B-1FE75C5A5BF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0" y="3784732"/>
            <a:ext cx="3565525" cy="457200"/>
          </a:xfrm>
        </p:spPr>
        <p:txBody>
          <a:bodyPr anchor="ctr" anchorCtr="0"/>
          <a:lstStyle>
            <a:lvl1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  <a:lvl2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2pPr>
            <a:lvl3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3pPr>
            <a:lvl4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4pPr>
            <a:lvl5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5pPr>
            <a:lvl6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6pPr>
            <a:lvl7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7pPr>
            <a:lvl8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8pPr>
            <a:lvl9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9pPr>
          </a:lstStyle>
          <a:p>
            <a:r>
              <a:rPr lang="en-US"/>
              <a:t>[Presentation subtitle/description]</a:t>
            </a:r>
          </a:p>
        </p:txBody>
      </p:sp>
      <p:sp>
        <p:nvSpPr>
          <p:cNvPr id="54" name="Text Placeholder 3">
            <a:extLst>
              <a:ext uri="{FF2B5EF4-FFF2-40B4-BE49-F238E27FC236}">
                <a16:creationId xmlns:a16="http://schemas.microsoft.com/office/drawing/2014/main" id="{76359DCF-E748-9D74-A7A5-1B8C52B3E36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12079" y="3784732"/>
            <a:ext cx="2131695" cy="457200"/>
          </a:xfrm>
        </p:spPr>
        <p:txBody>
          <a:bodyPr anchor="ctr" anchorCtr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1pPr>
            <a:lvl2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2pPr>
            <a:lvl3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3pPr>
            <a:lvl4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4pPr>
            <a:lvl5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5pPr>
            <a:lvl6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6pPr>
            <a:lvl7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7pPr>
            <a:lvl8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8pPr>
            <a:lvl9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[00 Month 0000]</a:t>
            </a:r>
          </a:p>
        </p:txBody>
      </p:sp>
    </p:spTree>
    <p:extLst>
      <p:ext uri="{BB962C8B-B14F-4D97-AF65-F5344CB8AC3E}">
        <p14:creationId xmlns:p14="http://schemas.microsoft.com/office/powerpoint/2010/main" val="292087011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Imag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Date Placeholder 19">
            <a:extLst>
              <a:ext uri="{FF2B5EF4-FFF2-40B4-BE49-F238E27FC236}">
                <a16:creationId xmlns:a16="http://schemas.microsoft.com/office/drawing/2014/main" id="{F9D3AB9C-26E9-8E88-3B55-B4A5EC7C31F2}"/>
              </a:ext>
            </a:extLst>
          </p:cNvPr>
          <p:cNvSpPr>
            <a:spLocks noGrp="1"/>
          </p:cNvSpPr>
          <p:nvPr>
            <p:ph type="dt" sz="half" idx="49"/>
          </p:nvPr>
        </p:nvSpPr>
        <p:spPr/>
        <p:txBody>
          <a:bodyPr/>
          <a:lstStyle/>
          <a:p>
            <a:fld id="{D41656AB-D2E1-472E-8B95-0DF5C6E1D623}" type="datetime3">
              <a:rPr lang="en-US" smtClean="0"/>
              <a:t>23 December 2025</a:t>
            </a:fld>
            <a:endParaRPr lang="en-US"/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CF1316F0-9F13-53EA-1597-09232B2FF1AB}"/>
              </a:ext>
            </a:extLst>
          </p:cNvPr>
          <p:cNvSpPr>
            <a:spLocks noGrp="1"/>
          </p:cNvSpPr>
          <p:nvPr>
            <p:ph type="sldNum" sz="quarter" idx="50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5" name="U.S. Army" descr="U.S. Army">
            <a:extLst>
              <a:ext uri="{FF2B5EF4-FFF2-40B4-BE49-F238E27FC236}">
                <a16:creationId xmlns:a16="http://schemas.microsoft.com/office/drawing/2014/main" id="{499EE878-E6B9-0543-B958-85A17AE36A2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 bwMode="black">
          <a:xfrm>
            <a:off x="244899" y="112631"/>
            <a:ext cx="3246120" cy="1225808"/>
          </a:xfrm>
          <a:prstGeom prst="rect">
            <a:avLst/>
          </a:prstGeom>
        </p:spPr>
      </p:pic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96CD17E6-26AB-FBB2-220C-D5185212C519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47688" y="5133530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9" name="Text Placeholder 30">
            <a:extLst>
              <a:ext uri="{FF2B5EF4-FFF2-40B4-BE49-F238E27FC236}">
                <a16:creationId xmlns:a16="http://schemas.microsoft.com/office/drawing/2014/main" id="{FCD1ED33-CCD9-E1B6-327A-71BC6F62C4DB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47688" y="4952738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11" name="Text Placeholder 30">
            <a:extLst>
              <a:ext uri="{FF2B5EF4-FFF2-40B4-BE49-F238E27FC236}">
                <a16:creationId xmlns:a16="http://schemas.microsoft.com/office/drawing/2014/main" id="{A255632D-60F3-C439-D931-6B2874E894D7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547688" y="5314322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CUI Category: </a:t>
            </a:r>
          </a:p>
        </p:txBody>
      </p:sp>
      <p:sp>
        <p:nvSpPr>
          <p:cNvPr id="12" name="Text Placeholder 30">
            <a:extLst>
              <a:ext uri="{FF2B5EF4-FFF2-40B4-BE49-F238E27FC236}">
                <a16:creationId xmlns:a16="http://schemas.microsoft.com/office/drawing/2014/main" id="{0BD3A2B1-9D40-83E3-4243-B4A52B6A636E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547688" y="5495114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Distribution Statement: </a:t>
            </a:r>
          </a:p>
        </p:txBody>
      </p:sp>
      <p:sp>
        <p:nvSpPr>
          <p:cNvPr id="14" name="Text Placeholder 30">
            <a:extLst>
              <a:ext uri="{FF2B5EF4-FFF2-40B4-BE49-F238E27FC236}">
                <a16:creationId xmlns:a16="http://schemas.microsoft.com/office/drawing/2014/main" id="{7AADD113-BD09-95AA-FFBA-DCC255F69FAA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547688" y="5675906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POC: </a:t>
            </a:r>
          </a:p>
        </p:txBody>
      </p:sp>
      <p:sp>
        <p:nvSpPr>
          <p:cNvPr id="15" name="Text Placeholder 30">
            <a:extLst>
              <a:ext uri="{FF2B5EF4-FFF2-40B4-BE49-F238E27FC236}">
                <a16:creationId xmlns:a16="http://schemas.microsoft.com/office/drawing/2014/main" id="{A9D52B79-92E5-4D64-1757-D13A0674723F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1981200" y="5133530"/>
            <a:ext cx="3124934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16" name="Text Placeholder 30">
            <a:extLst>
              <a:ext uri="{FF2B5EF4-FFF2-40B4-BE49-F238E27FC236}">
                <a16:creationId xmlns:a16="http://schemas.microsoft.com/office/drawing/2014/main" id="{DF04F3CB-62F5-7A9F-E397-4800E51C0E2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1981200" y="4952738"/>
            <a:ext cx="3124934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17" name="Text Placeholder 30">
            <a:extLst>
              <a:ext uri="{FF2B5EF4-FFF2-40B4-BE49-F238E27FC236}">
                <a16:creationId xmlns:a16="http://schemas.microsoft.com/office/drawing/2014/main" id="{DA62CE27-72C2-A083-C796-4F047A2FF421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981200" y="5314322"/>
            <a:ext cx="3124934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18" name="Text Placeholder 30">
            <a:extLst>
              <a:ext uri="{FF2B5EF4-FFF2-40B4-BE49-F238E27FC236}">
                <a16:creationId xmlns:a16="http://schemas.microsoft.com/office/drawing/2014/main" id="{52DBCCDB-5EAD-73A2-7911-8AF50B29DC4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1981200" y="5495114"/>
            <a:ext cx="3124934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19" name="Text Placeholder 30">
            <a:extLst>
              <a:ext uri="{FF2B5EF4-FFF2-40B4-BE49-F238E27FC236}">
                <a16:creationId xmlns:a16="http://schemas.microsoft.com/office/drawing/2014/main" id="{90D5656D-B16A-18B1-A790-538AB817A94E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1981200" y="5675906"/>
            <a:ext cx="3124934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grpSp>
        <p:nvGrpSpPr>
          <p:cNvPr id="23" name="Group">
            <a:extLst>
              <a:ext uri="{FF2B5EF4-FFF2-40B4-BE49-F238E27FC236}">
                <a16:creationId xmlns:a16="http://schemas.microsoft.com/office/drawing/2014/main" id="{732179A9-275F-FEF3-042C-4AB3B9CBCA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48218" y="1974220"/>
            <a:ext cx="7173381" cy="2377440"/>
            <a:chOff x="411163" y="2240280"/>
            <a:chExt cx="6446837" cy="2377440"/>
          </a:xfrm>
        </p:grpSpPr>
        <p:sp>
          <p:nvSpPr>
            <p:cNvPr id="24" name="Rectangle">
              <a:extLst>
                <a:ext uri="{FF2B5EF4-FFF2-40B4-BE49-F238E27FC236}">
                  <a16:creationId xmlns:a16="http://schemas.microsoft.com/office/drawing/2014/main" id="{B785B252-84B5-5634-9FB4-0C23629312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411163" y="2240280"/>
              <a:ext cx="6446837" cy="2377440"/>
            </a:xfrm>
            <a:prstGeom prst="rect">
              <a:avLst/>
            </a:prstGeom>
            <a:noFill/>
            <a:ln w="19050" cap="flat">
              <a:solidFill>
                <a:srgbClr val="FFCC01"/>
              </a:solidFill>
              <a:miter lim="800000"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00000"/>
                </a:lnSpc>
              </a:pPr>
              <a:endParaRPr lang="en-US" sz="1600"/>
            </a:p>
          </p:txBody>
        </p:sp>
        <p:cxnSp>
          <p:nvCxnSpPr>
            <p:cNvPr id="25" name="Line">
              <a:extLst>
                <a:ext uri="{FF2B5EF4-FFF2-40B4-BE49-F238E27FC236}">
                  <a16:creationId xmlns:a16="http://schemas.microsoft.com/office/drawing/2014/main" id="{1DF8A784-7C74-A05E-2009-0B4EC38FF5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11163" y="3931920"/>
              <a:ext cx="6446837" cy="0"/>
            </a:xfrm>
            <a:prstGeom prst="line">
              <a:avLst/>
            </a:prstGeom>
            <a:ln w="19050" cap="flat">
              <a:solidFill>
                <a:srgbClr val="FFCC0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  <p:cxnSp>
          <p:nvCxnSpPr>
            <p:cNvPr id="26" name="Line">
              <a:extLst>
                <a:ext uri="{FF2B5EF4-FFF2-40B4-BE49-F238E27FC236}">
                  <a16:creationId xmlns:a16="http://schemas.microsoft.com/office/drawing/2014/main" id="{2E02CEE1-988F-0417-BE5F-BA01AFD1B2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274795" y="3931920"/>
              <a:ext cx="0" cy="685800"/>
            </a:xfrm>
            <a:prstGeom prst="line">
              <a:avLst/>
            </a:prstGeom>
            <a:ln w="19050" cap="flat">
              <a:solidFill>
                <a:srgbClr val="FFCC0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</p:grpSp>
      <p:sp>
        <p:nvSpPr>
          <p:cNvPr id="27" name="Title 1">
            <a:extLst>
              <a:ext uri="{FF2B5EF4-FFF2-40B4-BE49-F238E27FC236}">
                <a16:creationId xmlns:a16="http://schemas.microsoft.com/office/drawing/2014/main" id="{63A7B886-8E04-5007-BB32-A7D7AE38413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4401" y="2202820"/>
            <a:ext cx="6429374" cy="1325880"/>
          </a:xfrm>
        </p:spPr>
        <p:txBody>
          <a:bodyPr anchor="t" anchorCtr="0"/>
          <a:lstStyle>
            <a:lvl1pPr algn="l">
              <a:lnSpc>
                <a:spcPct val="80000"/>
              </a:lnSpc>
              <a:defRPr sz="3600"/>
            </a:lvl1pPr>
          </a:lstStyle>
          <a:p>
            <a:r>
              <a:rPr lang="en-US"/>
              <a:t>Presentation title</a:t>
            </a:r>
            <a:br>
              <a:rPr lang="en-US"/>
            </a:br>
            <a:r>
              <a:rPr lang="en-US"/>
              <a:t>PRESENTATION TITLE</a:t>
            </a:r>
            <a:br>
              <a:rPr lang="en-US"/>
            </a:br>
            <a:r>
              <a:rPr lang="en-US"/>
              <a:t>THREE LINES MAX</a:t>
            </a:r>
          </a:p>
        </p:txBody>
      </p:sp>
      <p:sp>
        <p:nvSpPr>
          <p:cNvPr id="28" name="Subtitle 2">
            <a:extLst>
              <a:ext uri="{FF2B5EF4-FFF2-40B4-BE49-F238E27FC236}">
                <a16:creationId xmlns:a16="http://schemas.microsoft.com/office/drawing/2014/main" id="{378B44EF-38A4-9707-9ED0-23F22C855CA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1" y="3784732"/>
            <a:ext cx="3565524" cy="457200"/>
          </a:xfrm>
        </p:spPr>
        <p:txBody>
          <a:bodyPr anchor="ctr" anchorCtr="0"/>
          <a:lstStyle>
            <a:lvl1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  <a:lvl2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2pPr>
            <a:lvl3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3pPr>
            <a:lvl4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4pPr>
            <a:lvl5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5pPr>
            <a:lvl6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6pPr>
            <a:lvl7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7pPr>
            <a:lvl8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8pPr>
            <a:lvl9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9pPr>
          </a:lstStyle>
          <a:p>
            <a:r>
              <a:rPr lang="en-US"/>
              <a:t>[Presentation subtitle/description]</a:t>
            </a:r>
          </a:p>
        </p:txBody>
      </p:sp>
      <p:sp>
        <p:nvSpPr>
          <p:cNvPr id="29" name="Text Placeholder 3">
            <a:extLst>
              <a:ext uri="{FF2B5EF4-FFF2-40B4-BE49-F238E27FC236}">
                <a16:creationId xmlns:a16="http://schemas.microsoft.com/office/drawing/2014/main" id="{6EB225BD-8BA1-27E0-7708-54249ED7D35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12079" y="3784732"/>
            <a:ext cx="2131695" cy="457200"/>
          </a:xfrm>
        </p:spPr>
        <p:txBody>
          <a:bodyPr anchor="ctr" anchorCtr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1pPr>
            <a:lvl2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2pPr>
            <a:lvl3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3pPr>
            <a:lvl4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4pPr>
            <a:lvl5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5pPr>
            <a:lvl6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6pPr>
            <a:lvl7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7pPr>
            <a:lvl8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8pPr>
            <a:lvl9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[00 Month 0000]</a:t>
            </a: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7DA15189-0EE0-5679-2F6C-19C49A630D80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10004616" y="411162"/>
            <a:ext cx="1629707" cy="478023"/>
          </a:xfrm>
          <a:prstGeom prst="rect">
            <a:avLst/>
          </a:prstGeom>
        </p:spPr>
      </p:pic>
      <p:sp>
        <p:nvSpPr>
          <p:cNvPr id="2" name="Rectangle 15">
            <a:extLst>
              <a:ext uri="{FF2B5EF4-FFF2-40B4-BE49-F238E27FC236}">
                <a16:creationId xmlns:a16="http://schemas.microsoft.com/office/drawing/2014/main" id="{D4C88638-6856-0BEB-48E7-78E46B7E57D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6657945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DCC2702-2764-1DE3-1940-31386289C0D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0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</p:spTree>
    <p:extLst>
      <p:ext uri="{BB962C8B-B14F-4D97-AF65-F5344CB8AC3E}">
        <p14:creationId xmlns:p14="http://schemas.microsoft.com/office/powerpoint/2010/main" val="177964390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600198"/>
            <a:ext cx="6795136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FBB89F-F200-3967-06C8-C1B71C7F0FF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8640" y="6629400"/>
            <a:ext cx="822960" cy="228600"/>
          </a:xfrm>
        </p:spPr>
        <p:txBody>
          <a:bodyPr lIns="0"/>
          <a:lstStyle/>
          <a:p>
            <a:fld id="{AD622D1A-DF83-41A8-85FF-04D90BF831D3}" type="datetime3">
              <a:rPr lang="en-US" smtClean="0"/>
              <a:t>23 December 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C0BAD3-337A-DC60-A7ED-BF13F082626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245104" y="6629400"/>
            <a:ext cx="399210" cy="228600"/>
          </a:xfrm>
        </p:spPr>
        <p:txBody>
          <a:bodyPr rIns="0"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9861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39" y="1600200"/>
            <a:ext cx="536448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78879" y="1600200"/>
            <a:ext cx="536448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43576077-E818-BDF1-A607-CD8784277F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4F72C3-CDF3-44A8-B602-1649B1728485}" type="datetime3">
              <a:rPr lang="en-US" smtClean="0"/>
              <a:t>23 December 2025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B9DE45-E855-FE62-197B-32BBD9BBBA5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80755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A9713ED7-122D-D0BC-7C53-E1C615A94F8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39" y="1600200"/>
            <a:ext cx="3450336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370832" y="1600200"/>
            <a:ext cx="3450336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8193023" y="1600200"/>
            <a:ext cx="3450336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7645ED9-A46E-B9F8-0D30-36DF4C37823A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1E0132BA-B5E7-4FFD-AF6C-169169D47D4A}" type="datetime3">
              <a:rPr lang="en-US" smtClean="0"/>
              <a:t>23 December 2025</a:t>
            </a:fld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7D0D458-416D-011B-0311-0C2B249BFF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32494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561ED6E9-4BFC-F986-93E1-1249E94D978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41" y="1600200"/>
            <a:ext cx="2499359" cy="4572000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13761" y="1600200"/>
            <a:ext cx="2499359" cy="4572000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278881" y="1600200"/>
            <a:ext cx="2499359" cy="4572000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9144001" y="1600200"/>
            <a:ext cx="2499359" cy="4572000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99E75897-C7CA-D608-954E-EA24E33CBEB8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81A30091-1C2A-4151-8D3C-D1E47A72615F}" type="datetime3">
              <a:rPr lang="en-US" smtClean="0"/>
              <a:t>23 December 2025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F00C8CD-D32C-E34D-BB8E-34B4CB816D3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56037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561ED6E9-4BFC-F986-93E1-1249E94D978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2FDCDCBF-BE41-ACC6-2307-F24F0B601969}"/>
              </a:ext>
            </a:extLst>
          </p:cNvPr>
          <p:cNvSpPr>
            <a:spLocks noGrp="1" noChangeAspect="1"/>
          </p:cNvSpPr>
          <p:nvPr>
            <p:ph type="pic" sz="quarter" idx="12" hasCustomPrompt="1"/>
          </p:nvPr>
        </p:nvSpPr>
        <p:spPr>
          <a:xfrm>
            <a:off x="548640" y="1600200"/>
            <a:ext cx="557784" cy="555498"/>
          </a:xfrm>
        </p:spPr>
        <p:txBody>
          <a:bodyPr anchor="ctr" anchorCtr="0"/>
          <a:lstStyle>
            <a:lvl1pPr marL="0" indent="0" algn="ctr">
              <a:buFontTx/>
              <a:buNone/>
              <a:defRPr sz="800"/>
            </a:lvl1pPr>
          </a:lstStyle>
          <a:p>
            <a:r>
              <a:rPr lang="en-US"/>
              <a:t>[Icon]</a:t>
            </a:r>
          </a:p>
        </p:txBody>
      </p:sp>
      <p:sp>
        <p:nvSpPr>
          <p:cNvPr id="3" name="Content Placeholder 3"/>
          <p:cNvSpPr>
            <a:spLocks noGrp="1"/>
          </p:cNvSpPr>
          <p:nvPr>
            <p:ph sz="half" idx="1"/>
          </p:nvPr>
        </p:nvSpPr>
        <p:spPr>
          <a:xfrm>
            <a:off x="548641" y="2285998"/>
            <a:ext cx="2499359" cy="3886202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C7652FE0-2E63-C05D-5D80-EE5429B0A7EE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3413760" y="1600200"/>
            <a:ext cx="557784" cy="557784"/>
          </a:xfrm>
        </p:spPr>
        <p:txBody>
          <a:bodyPr anchor="ctr" anchorCtr="0"/>
          <a:lstStyle>
            <a:lvl1pPr marL="0" indent="0" algn="ctr">
              <a:buFontTx/>
              <a:buNone/>
              <a:defRPr sz="800"/>
            </a:lvl1pPr>
          </a:lstStyle>
          <a:p>
            <a:r>
              <a:rPr lang="en-US"/>
              <a:t>[Icon]</a:t>
            </a:r>
          </a:p>
        </p:txBody>
      </p:sp>
      <p:sp>
        <p:nvSpPr>
          <p:cNvPr id="4" name="Content Placeholder 5"/>
          <p:cNvSpPr>
            <a:spLocks noGrp="1"/>
          </p:cNvSpPr>
          <p:nvPr>
            <p:ph sz="half" idx="2"/>
          </p:nvPr>
        </p:nvSpPr>
        <p:spPr>
          <a:xfrm>
            <a:off x="3413761" y="2285998"/>
            <a:ext cx="2499359" cy="3886202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6">
            <a:extLst>
              <a:ext uri="{FF2B5EF4-FFF2-40B4-BE49-F238E27FC236}">
                <a16:creationId xmlns:a16="http://schemas.microsoft.com/office/drawing/2014/main" id="{B76F3E0A-3A89-0179-6808-7B86658B2939}"/>
              </a:ext>
            </a:extLst>
          </p:cNvPr>
          <p:cNvSpPr>
            <a:spLocks noGrp="1" noChangeAspect="1"/>
          </p:cNvSpPr>
          <p:nvPr>
            <p:ph type="pic" sz="quarter" idx="14" hasCustomPrompt="1"/>
          </p:nvPr>
        </p:nvSpPr>
        <p:spPr>
          <a:xfrm>
            <a:off x="6278880" y="1600200"/>
            <a:ext cx="557784" cy="557784"/>
          </a:xfrm>
        </p:spPr>
        <p:txBody>
          <a:bodyPr anchor="ctr" anchorCtr="0"/>
          <a:lstStyle>
            <a:lvl1pPr marL="0" indent="0" algn="ctr">
              <a:buFontTx/>
              <a:buNone/>
              <a:defRPr sz="800"/>
            </a:lvl1pPr>
          </a:lstStyle>
          <a:p>
            <a:r>
              <a:rPr lang="en-US"/>
              <a:t>[Icon]</a:t>
            </a:r>
          </a:p>
        </p:txBody>
      </p:sp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278881" y="2285998"/>
            <a:ext cx="2499359" cy="3886202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Picture Placeholder 8">
            <a:extLst>
              <a:ext uri="{FF2B5EF4-FFF2-40B4-BE49-F238E27FC236}">
                <a16:creationId xmlns:a16="http://schemas.microsoft.com/office/drawing/2014/main" id="{83E5AF74-1A89-50D1-F570-2D5345102584}"/>
              </a:ext>
            </a:extLst>
          </p:cNvPr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9144000" y="1600200"/>
            <a:ext cx="557784" cy="557784"/>
          </a:xfrm>
        </p:spPr>
        <p:txBody>
          <a:bodyPr anchor="ctr" anchorCtr="0"/>
          <a:lstStyle>
            <a:lvl1pPr marL="0" indent="0" algn="ctr">
              <a:buFontTx/>
              <a:buNone/>
              <a:defRPr sz="800"/>
            </a:lvl1pPr>
          </a:lstStyle>
          <a:p>
            <a:r>
              <a:rPr lang="en-US"/>
              <a:t>[Icon]</a:t>
            </a:r>
          </a:p>
        </p:txBody>
      </p:sp>
      <p:sp>
        <p:nvSpPr>
          <p:cNvPr id="5" name="Content Placeholder 9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9144001" y="2285998"/>
            <a:ext cx="2499359" cy="3886202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8B7C8174-B194-B25B-91AA-597E72C81310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35D703CE-07B4-4C05-A488-B4566700621F}" type="datetime3">
              <a:rPr lang="en-US" smtClean="0"/>
              <a:t>23 December 2025</a:t>
            </a:fld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089FF259-217B-3F10-C738-AE2C6A9EE83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76613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 Numbers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354C21BF-3440-8CAE-0A59-466346C771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cxnSp>
        <p:nvCxnSpPr>
          <p:cNvPr id="15" name="Line">
            <a:extLst>
              <a:ext uri="{FF2B5EF4-FFF2-40B4-BE49-F238E27FC236}">
                <a16:creationId xmlns:a16="http://schemas.microsoft.com/office/drawing/2014/main" id="{8412A77E-32D6-ECE7-C58C-21E3C08D8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4864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3" name="TextBox">
            <a:extLst>
              <a:ext uri="{FF2B5EF4-FFF2-40B4-BE49-F238E27FC236}">
                <a16:creationId xmlns:a16="http://schemas.microsoft.com/office/drawing/2014/main" id="{AF47D3F9-758C-0713-980A-E6E56BBC1088}"/>
              </a:ext>
            </a:extLst>
          </p:cNvPr>
          <p:cNvSpPr txBox="1"/>
          <p:nvPr userDrawn="1"/>
        </p:nvSpPr>
        <p:spPr>
          <a:xfrm>
            <a:off x="54864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41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FontTx/>
              <a:buNone/>
              <a:defRPr sz="1300">
                <a:solidFill>
                  <a:schemeClr val="tx1"/>
                </a:solidFill>
              </a:defRPr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>
                <a:solidFill>
                  <a:schemeClr val="tx1"/>
                </a:solidFill>
              </a:defRPr>
            </a:lvl2pPr>
            <a:lvl3pPr marL="274320" indent="-137160">
              <a:defRPr sz="1300">
                <a:solidFill>
                  <a:schemeClr val="tx1"/>
                </a:solidFill>
              </a:defRPr>
            </a:lvl3pPr>
            <a:lvl4pPr marL="411480" indent="-137160">
              <a:defRPr sz="1300">
                <a:solidFill>
                  <a:schemeClr val="tx1"/>
                </a:solidFill>
              </a:defRPr>
            </a:lvl4pPr>
            <a:lvl5pPr marL="548640" indent="-137160">
              <a:defRPr sz="1300">
                <a:solidFill>
                  <a:schemeClr val="tx1"/>
                </a:solidFill>
              </a:defRPr>
            </a:lvl5pPr>
            <a:lvl6pPr marL="685800" indent="-137160">
              <a:defRPr sz="1300">
                <a:solidFill>
                  <a:schemeClr val="tx1"/>
                </a:solidFill>
              </a:defRPr>
            </a:lvl6pPr>
            <a:lvl7pPr marL="822960" indent="-137160">
              <a:defRPr sz="1300">
                <a:solidFill>
                  <a:schemeClr val="tx1"/>
                </a:solidFill>
              </a:defRPr>
            </a:lvl7pPr>
            <a:lvl8pPr marL="960120" indent="-137160">
              <a:defRPr sz="1300">
                <a:solidFill>
                  <a:schemeClr val="tx1"/>
                </a:solidFill>
              </a:defRPr>
            </a:lvl8pPr>
            <a:lvl9pPr marL="1097280" indent="-137160">
              <a:defRPr sz="13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Line">
            <a:extLst>
              <a:ext uri="{FF2B5EF4-FFF2-40B4-BE49-F238E27FC236}">
                <a16:creationId xmlns:a16="http://schemas.microsoft.com/office/drawing/2014/main" id="{D7771284-6191-6AE5-C8DC-E26F4DD280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41376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0" name="TextBox">
            <a:extLst>
              <a:ext uri="{FF2B5EF4-FFF2-40B4-BE49-F238E27FC236}">
                <a16:creationId xmlns:a16="http://schemas.microsoft.com/office/drawing/2014/main" id="{0D9A8745-BD6D-12B2-16DF-02CB2BB85704}"/>
              </a:ext>
            </a:extLst>
          </p:cNvPr>
          <p:cNvSpPr txBox="1"/>
          <p:nvPr userDrawn="1"/>
        </p:nvSpPr>
        <p:spPr>
          <a:xfrm>
            <a:off x="341376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02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13761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>
                <a:solidFill>
                  <a:schemeClr val="tx1"/>
                </a:solidFill>
              </a:defRPr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>
                <a:solidFill>
                  <a:schemeClr val="tx1"/>
                </a:solidFill>
              </a:defRPr>
            </a:lvl2pPr>
            <a:lvl3pPr marL="274320" indent="-137160">
              <a:defRPr sz="1300">
                <a:solidFill>
                  <a:schemeClr val="tx1"/>
                </a:solidFill>
              </a:defRPr>
            </a:lvl3pPr>
            <a:lvl4pPr marL="411480" indent="-137160">
              <a:defRPr sz="1300">
                <a:solidFill>
                  <a:schemeClr val="tx1"/>
                </a:solidFill>
              </a:defRPr>
            </a:lvl4pPr>
            <a:lvl5pPr marL="548640" indent="-137160">
              <a:defRPr sz="1300">
                <a:solidFill>
                  <a:schemeClr val="tx1"/>
                </a:solidFill>
              </a:defRPr>
            </a:lvl5pPr>
            <a:lvl6pPr marL="685800" indent="-137160">
              <a:defRPr sz="1300">
                <a:solidFill>
                  <a:schemeClr val="tx1"/>
                </a:solidFill>
              </a:defRPr>
            </a:lvl6pPr>
            <a:lvl7pPr marL="822960" indent="-137160">
              <a:defRPr sz="1300">
                <a:solidFill>
                  <a:schemeClr val="tx1"/>
                </a:solidFill>
              </a:defRPr>
            </a:lvl7pPr>
            <a:lvl8pPr marL="960120" indent="-137160">
              <a:defRPr sz="1300">
                <a:solidFill>
                  <a:schemeClr val="tx1"/>
                </a:solidFill>
              </a:defRPr>
            </a:lvl8pPr>
            <a:lvl9pPr marL="1097280" indent="-137160">
              <a:defRPr sz="13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1" name="Line">
            <a:extLst>
              <a:ext uri="{FF2B5EF4-FFF2-40B4-BE49-F238E27FC236}">
                <a16:creationId xmlns:a16="http://schemas.microsoft.com/office/drawing/2014/main" id="{7F3E6C41-3F3A-5394-DD39-6844F7E137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27888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2" name="TextBox">
            <a:extLst>
              <a:ext uri="{FF2B5EF4-FFF2-40B4-BE49-F238E27FC236}">
                <a16:creationId xmlns:a16="http://schemas.microsoft.com/office/drawing/2014/main" id="{BBB1FB2A-A05A-0E6A-2901-52A7D695A891}"/>
              </a:ext>
            </a:extLst>
          </p:cNvPr>
          <p:cNvSpPr txBox="1"/>
          <p:nvPr userDrawn="1"/>
        </p:nvSpPr>
        <p:spPr>
          <a:xfrm>
            <a:off x="627888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03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278881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>
                <a:solidFill>
                  <a:schemeClr val="tx1"/>
                </a:solidFill>
              </a:defRPr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>
                <a:solidFill>
                  <a:schemeClr val="tx1"/>
                </a:solidFill>
              </a:defRPr>
            </a:lvl2pPr>
            <a:lvl3pPr marL="274320" indent="-137160">
              <a:defRPr sz="1300">
                <a:solidFill>
                  <a:schemeClr val="tx1"/>
                </a:solidFill>
              </a:defRPr>
            </a:lvl3pPr>
            <a:lvl4pPr marL="411480" indent="-137160">
              <a:defRPr sz="1300">
                <a:solidFill>
                  <a:schemeClr val="tx1"/>
                </a:solidFill>
              </a:defRPr>
            </a:lvl4pPr>
            <a:lvl5pPr marL="548640" indent="-137160">
              <a:defRPr sz="1300">
                <a:solidFill>
                  <a:schemeClr val="tx1"/>
                </a:solidFill>
              </a:defRPr>
            </a:lvl5pPr>
            <a:lvl6pPr marL="685800" indent="-137160">
              <a:defRPr sz="1300">
                <a:solidFill>
                  <a:schemeClr val="tx1"/>
                </a:solidFill>
              </a:defRPr>
            </a:lvl6pPr>
            <a:lvl7pPr marL="822960" indent="-137160">
              <a:defRPr sz="1300">
                <a:solidFill>
                  <a:schemeClr val="tx1"/>
                </a:solidFill>
              </a:defRPr>
            </a:lvl7pPr>
            <a:lvl8pPr marL="960120" indent="-137160">
              <a:defRPr sz="1300">
                <a:solidFill>
                  <a:schemeClr val="tx1"/>
                </a:solidFill>
              </a:defRPr>
            </a:lvl8pPr>
            <a:lvl9pPr marL="1097280" indent="-137160">
              <a:defRPr sz="13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4" name="Line">
            <a:extLst>
              <a:ext uri="{FF2B5EF4-FFF2-40B4-BE49-F238E27FC236}">
                <a16:creationId xmlns:a16="http://schemas.microsoft.com/office/drawing/2014/main" id="{FE115B30-3E6D-E823-531E-BB5BAA19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14400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6" name="TextBox">
            <a:extLst>
              <a:ext uri="{FF2B5EF4-FFF2-40B4-BE49-F238E27FC236}">
                <a16:creationId xmlns:a16="http://schemas.microsoft.com/office/drawing/2014/main" id="{694F0353-A0DD-9642-BDD7-8FC612070822}"/>
              </a:ext>
            </a:extLst>
          </p:cNvPr>
          <p:cNvSpPr txBox="1"/>
          <p:nvPr userDrawn="1"/>
        </p:nvSpPr>
        <p:spPr>
          <a:xfrm>
            <a:off x="914400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04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9144001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>
                <a:solidFill>
                  <a:schemeClr val="tx1"/>
                </a:solidFill>
              </a:defRPr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>
                <a:solidFill>
                  <a:schemeClr val="tx1"/>
                </a:solidFill>
              </a:defRPr>
            </a:lvl2pPr>
            <a:lvl3pPr marL="274320" indent="-137160">
              <a:defRPr sz="1300">
                <a:solidFill>
                  <a:schemeClr val="tx1"/>
                </a:solidFill>
              </a:defRPr>
            </a:lvl3pPr>
            <a:lvl4pPr marL="411480" indent="-137160">
              <a:defRPr sz="1300">
                <a:solidFill>
                  <a:schemeClr val="tx1"/>
                </a:solidFill>
              </a:defRPr>
            </a:lvl4pPr>
            <a:lvl5pPr marL="548640" indent="-137160">
              <a:defRPr sz="1300">
                <a:solidFill>
                  <a:schemeClr val="tx1"/>
                </a:solidFill>
              </a:defRPr>
            </a:lvl5pPr>
            <a:lvl6pPr marL="685800" indent="-137160">
              <a:defRPr sz="1300">
                <a:solidFill>
                  <a:schemeClr val="tx1"/>
                </a:solidFill>
              </a:defRPr>
            </a:lvl6pPr>
            <a:lvl7pPr marL="822960" indent="-137160">
              <a:defRPr sz="1300">
                <a:solidFill>
                  <a:schemeClr val="tx1"/>
                </a:solidFill>
              </a:defRPr>
            </a:lvl7pPr>
            <a:lvl8pPr marL="960120" indent="-137160">
              <a:defRPr sz="1300">
                <a:solidFill>
                  <a:schemeClr val="tx1"/>
                </a:solidFill>
              </a:defRPr>
            </a:lvl8pPr>
            <a:lvl9pPr marL="1097280" indent="-137160">
              <a:defRPr sz="13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B012D9A-AE72-0239-7D2F-3E585FB16AD8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694BD61C-20BA-43AF-A21F-1DAFB3200099}" type="datetime3">
              <a:rPr lang="en-US" smtClean="0"/>
              <a:t>23 December 2025</a:t>
            </a:fld>
            <a:endParaRPr lang="en-US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D07D52D1-634D-ECD5-045A-38F96B973AD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1" name="Rectangle 15">
            <a:extLst>
              <a:ext uri="{FF2B5EF4-FFF2-40B4-BE49-F238E27FC236}">
                <a16:creationId xmlns:a16="http://schemas.microsoft.com/office/drawing/2014/main" id="{DEB0DA69-FBF7-5C40-833F-1B7B11772F8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6657945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597C6E0-6809-7398-D956-E5305EC75B1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0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584E015-ECF9-BB95-F3AC-0C50F66718F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004616" y="411162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089557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Numbers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6D6FD270-DB0B-36F0-B138-75209607ED7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cxnSp>
        <p:nvCxnSpPr>
          <p:cNvPr id="15" name="Line">
            <a:extLst>
              <a:ext uri="{FF2B5EF4-FFF2-40B4-BE49-F238E27FC236}">
                <a16:creationId xmlns:a16="http://schemas.microsoft.com/office/drawing/2014/main" id="{8412A77E-32D6-ECE7-C58C-21E3C08D8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4864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3" name="TextBox">
            <a:extLst>
              <a:ext uri="{FF2B5EF4-FFF2-40B4-BE49-F238E27FC236}">
                <a16:creationId xmlns:a16="http://schemas.microsoft.com/office/drawing/2014/main" id="{AF47D3F9-758C-0713-980A-E6E56BBC1088}"/>
              </a:ext>
            </a:extLst>
          </p:cNvPr>
          <p:cNvSpPr txBox="1"/>
          <p:nvPr userDrawn="1"/>
        </p:nvSpPr>
        <p:spPr>
          <a:xfrm>
            <a:off x="54864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41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FontTx/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Line">
            <a:extLst>
              <a:ext uri="{FF2B5EF4-FFF2-40B4-BE49-F238E27FC236}">
                <a16:creationId xmlns:a16="http://schemas.microsoft.com/office/drawing/2014/main" id="{D7771284-6191-6AE5-C8DC-E26F4DD280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41376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0" name="TextBox">
            <a:extLst>
              <a:ext uri="{FF2B5EF4-FFF2-40B4-BE49-F238E27FC236}">
                <a16:creationId xmlns:a16="http://schemas.microsoft.com/office/drawing/2014/main" id="{0D9A8745-BD6D-12B2-16DF-02CB2BB85704}"/>
              </a:ext>
            </a:extLst>
          </p:cNvPr>
          <p:cNvSpPr txBox="1"/>
          <p:nvPr userDrawn="1"/>
        </p:nvSpPr>
        <p:spPr>
          <a:xfrm>
            <a:off x="341376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02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13761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1" name="Line">
            <a:extLst>
              <a:ext uri="{FF2B5EF4-FFF2-40B4-BE49-F238E27FC236}">
                <a16:creationId xmlns:a16="http://schemas.microsoft.com/office/drawing/2014/main" id="{7F3E6C41-3F3A-5394-DD39-6844F7E137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27888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2" name="TextBox">
            <a:extLst>
              <a:ext uri="{FF2B5EF4-FFF2-40B4-BE49-F238E27FC236}">
                <a16:creationId xmlns:a16="http://schemas.microsoft.com/office/drawing/2014/main" id="{BBB1FB2A-A05A-0E6A-2901-52A7D695A891}"/>
              </a:ext>
            </a:extLst>
          </p:cNvPr>
          <p:cNvSpPr txBox="1"/>
          <p:nvPr userDrawn="1"/>
        </p:nvSpPr>
        <p:spPr>
          <a:xfrm>
            <a:off x="627888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03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278881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4" name="Line">
            <a:extLst>
              <a:ext uri="{FF2B5EF4-FFF2-40B4-BE49-F238E27FC236}">
                <a16:creationId xmlns:a16="http://schemas.microsoft.com/office/drawing/2014/main" id="{FE115B30-3E6D-E823-531E-BB5BAA19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14400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6" name="TextBox">
            <a:extLst>
              <a:ext uri="{FF2B5EF4-FFF2-40B4-BE49-F238E27FC236}">
                <a16:creationId xmlns:a16="http://schemas.microsoft.com/office/drawing/2014/main" id="{694F0353-A0DD-9642-BDD7-8FC612070822}"/>
              </a:ext>
            </a:extLst>
          </p:cNvPr>
          <p:cNvSpPr txBox="1"/>
          <p:nvPr userDrawn="1"/>
        </p:nvSpPr>
        <p:spPr>
          <a:xfrm>
            <a:off x="914400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04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9144001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BE669241-96AF-C7FA-0BE4-6592ABD25879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A7B8021B-6105-4216-96FC-94348F216D0E}" type="datetime3">
              <a:rPr lang="en-US" smtClean="0"/>
              <a:t>23 December 2025</a:t>
            </a:fld>
            <a:endParaRPr lang="en-US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A6C2643F-F661-8B8E-E36F-1F135C6F65B8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1632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8 Numbers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">
            <a:extLst>
              <a:ext uri="{FF2B5EF4-FFF2-40B4-BE49-F238E27FC236}">
                <a16:creationId xmlns:a16="http://schemas.microsoft.com/office/drawing/2014/main" id="{AEEBA188-82A1-2FC4-842F-8120003B65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cxnSp>
        <p:nvCxnSpPr>
          <p:cNvPr id="15" name="Line">
            <a:extLst>
              <a:ext uri="{FF2B5EF4-FFF2-40B4-BE49-F238E27FC236}">
                <a16:creationId xmlns:a16="http://schemas.microsoft.com/office/drawing/2014/main" id="{8412A77E-32D6-ECE7-C58C-21E3C08D8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4864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3" name="TextBox">
            <a:extLst>
              <a:ext uri="{FF2B5EF4-FFF2-40B4-BE49-F238E27FC236}">
                <a16:creationId xmlns:a16="http://schemas.microsoft.com/office/drawing/2014/main" id="{AF47D3F9-758C-0713-980A-E6E56BBC1088}"/>
              </a:ext>
            </a:extLst>
          </p:cNvPr>
          <p:cNvSpPr txBox="1"/>
          <p:nvPr userDrawn="1"/>
        </p:nvSpPr>
        <p:spPr>
          <a:xfrm>
            <a:off x="54864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41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Line">
            <a:extLst>
              <a:ext uri="{FF2B5EF4-FFF2-40B4-BE49-F238E27FC236}">
                <a16:creationId xmlns:a16="http://schemas.microsoft.com/office/drawing/2014/main" id="{D7771284-6191-6AE5-C8DC-E26F4DD280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41376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0" name="TextBox">
            <a:extLst>
              <a:ext uri="{FF2B5EF4-FFF2-40B4-BE49-F238E27FC236}">
                <a16:creationId xmlns:a16="http://schemas.microsoft.com/office/drawing/2014/main" id="{0D9A8745-BD6D-12B2-16DF-02CB2BB85704}"/>
              </a:ext>
            </a:extLst>
          </p:cNvPr>
          <p:cNvSpPr txBox="1"/>
          <p:nvPr userDrawn="1"/>
        </p:nvSpPr>
        <p:spPr>
          <a:xfrm>
            <a:off x="341376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02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13761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1" name="Line">
            <a:extLst>
              <a:ext uri="{FF2B5EF4-FFF2-40B4-BE49-F238E27FC236}">
                <a16:creationId xmlns:a16="http://schemas.microsoft.com/office/drawing/2014/main" id="{7F3E6C41-3F3A-5394-DD39-6844F7E137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27888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2" name="TextBox">
            <a:extLst>
              <a:ext uri="{FF2B5EF4-FFF2-40B4-BE49-F238E27FC236}">
                <a16:creationId xmlns:a16="http://schemas.microsoft.com/office/drawing/2014/main" id="{BBB1FB2A-A05A-0E6A-2901-52A7D695A891}"/>
              </a:ext>
            </a:extLst>
          </p:cNvPr>
          <p:cNvSpPr txBox="1"/>
          <p:nvPr userDrawn="1"/>
        </p:nvSpPr>
        <p:spPr>
          <a:xfrm>
            <a:off x="627888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03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278881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4" name="Line">
            <a:extLst>
              <a:ext uri="{FF2B5EF4-FFF2-40B4-BE49-F238E27FC236}">
                <a16:creationId xmlns:a16="http://schemas.microsoft.com/office/drawing/2014/main" id="{FE115B30-3E6D-E823-531E-BB5BAA19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14400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6" name="TextBox">
            <a:extLst>
              <a:ext uri="{FF2B5EF4-FFF2-40B4-BE49-F238E27FC236}">
                <a16:creationId xmlns:a16="http://schemas.microsoft.com/office/drawing/2014/main" id="{694F0353-A0DD-9642-BDD7-8FC612070822}"/>
              </a:ext>
            </a:extLst>
          </p:cNvPr>
          <p:cNvSpPr txBox="1"/>
          <p:nvPr userDrawn="1"/>
        </p:nvSpPr>
        <p:spPr>
          <a:xfrm>
            <a:off x="914400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04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9144001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7" name="Line">
            <a:extLst>
              <a:ext uri="{FF2B5EF4-FFF2-40B4-BE49-F238E27FC236}">
                <a16:creationId xmlns:a16="http://schemas.microsoft.com/office/drawing/2014/main" id="{1A90E933-723C-D9CC-B7AB-3043EDAB63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48640" y="3886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8" name="TextBox">
            <a:extLst>
              <a:ext uri="{FF2B5EF4-FFF2-40B4-BE49-F238E27FC236}">
                <a16:creationId xmlns:a16="http://schemas.microsoft.com/office/drawing/2014/main" id="{8E3B414F-BCCF-E0E0-A5B7-9D21FED7A614}"/>
              </a:ext>
            </a:extLst>
          </p:cNvPr>
          <p:cNvSpPr txBox="1"/>
          <p:nvPr userDrawn="1"/>
        </p:nvSpPr>
        <p:spPr>
          <a:xfrm>
            <a:off x="548641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05</a:t>
            </a:r>
          </a:p>
        </p:txBody>
      </p:sp>
      <p:sp>
        <p:nvSpPr>
          <p:cNvPr id="18" name="Content Placeholder 6">
            <a:extLst>
              <a:ext uri="{FF2B5EF4-FFF2-40B4-BE49-F238E27FC236}">
                <a16:creationId xmlns:a16="http://schemas.microsoft.com/office/drawing/2014/main" id="{5731522F-82BF-A739-FBD5-84B13AFCBF10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548641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9" name="Line">
            <a:extLst>
              <a:ext uri="{FF2B5EF4-FFF2-40B4-BE49-F238E27FC236}">
                <a16:creationId xmlns:a16="http://schemas.microsoft.com/office/drawing/2014/main" id="{B07AB9A6-54AF-4DC6-E298-2E576695A6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413760" y="3886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0" name="TextBox">
            <a:extLst>
              <a:ext uri="{FF2B5EF4-FFF2-40B4-BE49-F238E27FC236}">
                <a16:creationId xmlns:a16="http://schemas.microsoft.com/office/drawing/2014/main" id="{E79A49CF-30B2-91DC-6BCA-2A41DD4CBF09}"/>
              </a:ext>
            </a:extLst>
          </p:cNvPr>
          <p:cNvSpPr txBox="1"/>
          <p:nvPr userDrawn="1"/>
        </p:nvSpPr>
        <p:spPr>
          <a:xfrm>
            <a:off x="3413761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06</a:t>
            </a:r>
          </a:p>
        </p:txBody>
      </p:sp>
      <p:sp>
        <p:nvSpPr>
          <p:cNvPr id="25" name="Content Placeholder 7">
            <a:extLst>
              <a:ext uri="{FF2B5EF4-FFF2-40B4-BE49-F238E27FC236}">
                <a16:creationId xmlns:a16="http://schemas.microsoft.com/office/drawing/2014/main" id="{5FE6691B-ACEF-8803-7DC3-70B52F899908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3413761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21" name="Line">
            <a:extLst>
              <a:ext uri="{FF2B5EF4-FFF2-40B4-BE49-F238E27FC236}">
                <a16:creationId xmlns:a16="http://schemas.microsoft.com/office/drawing/2014/main" id="{DE9CD609-8A04-24B8-B562-11703E18D2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278880" y="3886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2" name="TextBox">
            <a:extLst>
              <a:ext uri="{FF2B5EF4-FFF2-40B4-BE49-F238E27FC236}">
                <a16:creationId xmlns:a16="http://schemas.microsoft.com/office/drawing/2014/main" id="{7C5E0031-266F-D418-0BAB-9BD3C4F1EC3F}"/>
              </a:ext>
            </a:extLst>
          </p:cNvPr>
          <p:cNvSpPr txBox="1"/>
          <p:nvPr userDrawn="1"/>
        </p:nvSpPr>
        <p:spPr>
          <a:xfrm>
            <a:off x="6278881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07</a:t>
            </a:r>
          </a:p>
        </p:txBody>
      </p:sp>
      <p:sp>
        <p:nvSpPr>
          <p:cNvPr id="26" name="Content Placeholder 8">
            <a:extLst>
              <a:ext uri="{FF2B5EF4-FFF2-40B4-BE49-F238E27FC236}">
                <a16:creationId xmlns:a16="http://schemas.microsoft.com/office/drawing/2014/main" id="{772BE48E-72DE-7245-BBDA-BF3FEC69BED1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278881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23" name="Line">
            <a:extLst>
              <a:ext uri="{FF2B5EF4-FFF2-40B4-BE49-F238E27FC236}">
                <a16:creationId xmlns:a16="http://schemas.microsoft.com/office/drawing/2014/main" id="{51FB53C0-6EA8-D891-85A3-23EE83EADE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144000" y="3886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4" name="TextBox">
            <a:extLst>
              <a:ext uri="{FF2B5EF4-FFF2-40B4-BE49-F238E27FC236}">
                <a16:creationId xmlns:a16="http://schemas.microsoft.com/office/drawing/2014/main" id="{6BF9F70B-8D8A-3E73-E423-909DA6A75EB4}"/>
              </a:ext>
            </a:extLst>
          </p:cNvPr>
          <p:cNvSpPr txBox="1"/>
          <p:nvPr userDrawn="1"/>
        </p:nvSpPr>
        <p:spPr>
          <a:xfrm>
            <a:off x="9144001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08</a:t>
            </a:r>
          </a:p>
        </p:txBody>
      </p:sp>
      <p:sp>
        <p:nvSpPr>
          <p:cNvPr id="27" name="Content Placeholder 9">
            <a:extLst>
              <a:ext uri="{FF2B5EF4-FFF2-40B4-BE49-F238E27FC236}">
                <a16:creationId xmlns:a16="http://schemas.microsoft.com/office/drawing/2014/main" id="{EA060839-AF98-8040-7AE9-8F0D7E00C135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9144001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Date Placeholder 27">
            <a:extLst>
              <a:ext uri="{FF2B5EF4-FFF2-40B4-BE49-F238E27FC236}">
                <a16:creationId xmlns:a16="http://schemas.microsoft.com/office/drawing/2014/main" id="{6E3723B8-B265-6943-67A5-DF3F0D5EC1CD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5D27CFAB-73E6-44A8-B862-B3306344E3F2}" type="datetime3">
              <a:rPr lang="en-US" smtClean="0"/>
              <a:t>23 December 2025</a:t>
            </a:fld>
            <a:endParaRPr lang="en-US"/>
          </a:p>
        </p:txBody>
      </p:sp>
      <p:sp>
        <p:nvSpPr>
          <p:cNvPr id="29" name="Slide Number Placeholder 28">
            <a:extLst>
              <a:ext uri="{FF2B5EF4-FFF2-40B4-BE49-F238E27FC236}">
                <a16:creationId xmlns:a16="http://schemas.microsoft.com/office/drawing/2014/main" id="{8D4AF177-759A-A93C-2097-C2C22D93680F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6" name="Rectangle 15">
            <a:extLst>
              <a:ext uri="{FF2B5EF4-FFF2-40B4-BE49-F238E27FC236}">
                <a16:creationId xmlns:a16="http://schemas.microsoft.com/office/drawing/2014/main" id="{FEDB97C0-F514-9C55-3E16-9FC0105AEFD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6657945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0C06597B-21CB-E031-D41A-B15442D1221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0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E419FAE-92B3-3B6A-EDE9-C7A373F39B6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004616" y="411162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16921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3888">
          <p15:clr>
            <a:srgbClr val="A4A3A4"/>
          </p15:clr>
        </p15:guide>
        <p15:guide id="2" orient="horz" pos="1008">
          <p15:clr>
            <a:srgbClr val="A4A3A4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 Numbers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">
            <a:extLst>
              <a:ext uri="{FF2B5EF4-FFF2-40B4-BE49-F238E27FC236}">
                <a16:creationId xmlns:a16="http://schemas.microsoft.com/office/drawing/2014/main" id="{963F0940-E33E-9D7F-C52B-16CFD0545B2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cxnSp>
        <p:nvCxnSpPr>
          <p:cNvPr id="15" name="Line">
            <a:extLst>
              <a:ext uri="{FF2B5EF4-FFF2-40B4-BE49-F238E27FC236}">
                <a16:creationId xmlns:a16="http://schemas.microsoft.com/office/drawing/2014/main" id="{8412A77E-32D6-ECE7-C58C-21E3C08D8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4864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3" name="TextBox">
            <a:extLst>
              <a:ext uri="{FF2B5EF4-FFF2-40B4-BE49-F238E27FC236}">
                <a16:creationId xmlns:a16="http://schemas.microsoft.com/office/drawing/2014/main" id="{AF47D3F9-758C-0713-980A-E6E56BBC1088}"/>
              </a:ext>
            </a:extLst>
          </p:cNvPr>
          <p:cNvSpPr txBox="1"/>
          <p:nvPr userDrawn="1"/>
        </p:nvSpPr>
        <p:spPr>
          <a:xfrm>
            <a:off x="54864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41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Line">
            <a:extLst>
              <a:ext uri="{FF2B5EF4-FFF2-40B4-BE49-F238E27FC236}">
                <a16:creationId xmlns:a16="http://schemas.microsoft.com/office/drawing/2014/main" id="{D7771284-6191-6AE5-C8DC-E26F4DD280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41376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0" name="TextBox">
            <a:extLst>
              <a:ext uri="{FF2B5EF4-FFF2-40B4-BE49-F238E27FC236}">
                <a16:creationId xmlns:a16="http://schemas.microsoft.com/office/drawing/2014/main" id="{0D9A8745-BD6D-12B2-16DF-02CB2BB85704}"/>
              </a:ext>
            </a:extLst>
          </p:cNvPr>
          <p:cNvSpPr txBox="1"/>
          <p:nvPr userDrawn="1"/>
        </p:nvSpPr>
        <p:spPr>
          <a:xfrm>
            <a:off x="341376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02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13761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1" name="Line">
            <a:extLst>
              <a:ext uri="{FF2B5EF4-FFF2-40B4-BE49-F238E27FC236}">
                <a16:creationId xmlns:a16="http://schemas.microsoft.com/office/drawing/2014/main" id="{7F3E6C41-3F3A-5394-DD39-6844F7E137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27888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2" name="TextBox">
            <a:extLst>
              <a:ext uri="{FF2B5EF4-FFF2-40B4-BE49-F238E27FC236}">
                <a16:creationId xmlns:a16="http://schemas.microsoft.com/office/drawing/2014/main" id="{BBB1FB2A-A05A-0E6A-2901-52A7D695A891}"/>
              </a:ext>
            </a:extLst>
          </p:cNvPr>
          <p:cNvSpPr txBox="1"/>
          <p:nvPr userDrawn="1"/>
        </p:nvSpPr>
        <p:spPr>
          <a:xfrm>
            <a:off x="627888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03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278881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4" name="Line">
            <a:extLst>
              <a:ext uri="{FF2B5EF4-FFF2-40B4-BE49-F238E27FC236}">
                <a16:creationId xmlns:a16="http://schemas.microsoft.com/office/drawing/2014/main" id="{FE115B30-3E6D-E823-531E-BB5BAA19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14400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6" name="TextBox">
            <a:extLst>
              <a:ext uri="{FF2B5EF4-FFF2-40B4-BE49-F238E27FC236}">
                <a16:creationId xmlns:a16="http://schemas.microsoft.com/office/drawing/2014/main" id="{694F0353-A0DD-9642-BDD7-8FC612070822}"/>
              </a:ext>
            </a:extLst>
          </p:cNvPr>
          <p:cNvSpPr txBox="1"/>
          <p:nvPr userDrawn="1"/>
        </p:nvSpPr>
        <p:spPr>
          <a:xfrm>
            <a:off x="914400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04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9144001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7" name="Line">
            <a:extLst>
              <a:ext uri="{FF2B5EF4-FFF2-40B4-BE49-F238E27FC236}">
                <a16:creationId xmlns:a16="http://schemas.microsoft.com/office/drawing/2014/main" id="{1A90E933-723C-D9CC-B7AB-3043EDAB63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48640" y="3886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8" name="TextBox">
            <a:extLst>
              <a:ext uri="{FF2B5EF4-FFF2-40B4-BE49-F238E27FC236}">
                <a16:creationId xmlns:a16="http://schemas.microsoft.com/office/drawing/2014/main" id="{8E3B414F-BCCF-E0E0-A5B7-9D21FED7A614}"/>
              </a:ext>
            </a:extLst>
          </p:cNvPr>
          <p:cNvSpPr txBox="1"/>
          <p:nvPr userDrawn="1"/>
        </p:nvSpPr>
        <p:spPr>
          <a:xfrm>
            <a:off x="548641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05</a:t>
            </a:r>
          </a:p>
        </p:txBody>
      </p:sp>
      <p:sp>
        <p:nvSpPr>
          <p:cNvPr id="18" name="Content Placeholder 6">
            <a:extLst>
              <a:ext uri="{FF2B5EF4-FFF2-40B4-BE49-F238E27FC236}">
                <a16:creationId xmlns:a16="http://schemas.microsoft.com/office/drawing/2014/main" id="{5731522F-82BF-A739-FBD5-84B13AFCBF10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548641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9" name="Line">
            <a:extLst>
              <a:ext uri="{FF2B5EF4-FFF2-40B4-BE49-F238E27FC236}">
                <a16:creationId xmlns:a16="http://schemas.microsoft.com/office/drawing/2014/main" id="{B07AB9A6-54AF-4DC6-E298-2E576695A6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413760" y="3886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0" name="TextBox">
            <a:extLst>
              <a:ext uri="{FF2B5EF4-FFF2-40B4-BE49-F238E27FC236}">
                <a16:creationId xmlns:a16="http://schemas.microsoft.com/office/drawing/2014/main" id="{E79A49CF-30B2-91DC-6BCA-2A41DD4CBF09}"/>
              </a:ext>
            </a:extLst>
          </p:cNvPr>
          <p:cNvSpPr txBox="1"/>
          <p:nvPr userDrawn="1"/>
        </p:nvSpPr>
        <p:spPr>
          <a:xfrm>
            <a:off x="3413761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06</a:t>
            </a:r>
          </a:p>
        </p:txBody>
      </p:sp>
      <p:sp>
        <p:nvSpPr>
          <p:cNvPr id="25" name="Content Placeholder 7">
            <a:extLst>
              <a:ext uri="{FF2B5EF4-FFF2-40B4-BE49-F238E27FC236}">
                <a16:creationId xmlns:a16="http://schemas.microsoft.com/office/drawing/2014/main" id="{5FE6691B-ACEF-8803-7DC3-70B52F899908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3413761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21" name="Line">
            <a:extLst>
              <a:ext uri="{FF2B5EF4-FFF2-40B4-BE49-F238E27FC236}">
                <a16:creationId xmlns:a16="http://schemas.microsoft.com/office/drawing/2014/main" id="{DE9CD609-8A04-24B8-B562-11703E18D2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278880" y="3886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2" name="TextBox">
            <a:extLst>
              <a:ext uri="{FF2B5EF4-FFF2-40B4-BE49-F238E27FC236}">
                <a16:creationId xmlns:a16="http://schemas.microsoft.com/office/drawing/2014/main" id="{7C5E0031-266F-D418-0BAB-9BD3C4F1EC3F}"/>
              </a:ext>
            </a:extLst>
          </p:cNvPr>
          <p:cNvSpPr txBox="1"/>
          <p:nvPr userDrawn="1"/>
        </p:nvSpPr>
        <p:spPr>
          <a:xfrm>
            <a:off x="6278881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07</a:t>
            </a:r>
          </a:p>
        </p:txBody>
      </p:sp>
      <p:sp>
        <p:nvSpPr>
          <p:cNvPr id="26" name="Content Placeholder 8">
            <a:extLst>
              <a:ext uri="{FF2B5EF4-FFF2-40B4-BE49-F238E27FC236}">
                <a16:creationId xmlns:a16="http://schemas.microsoft.com/office/drawing/2014/main" id="{772BE48E-72DE-7245-BBDA-BF3FEC69BED1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278881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23" name="Line">
            <a:extLst>
              <a:ext uri="{FF2B5EF4-FFF2-40B4-BE49-F238E27FC236}">
                <a16:creationId xmlns:a16="http://schemas.microsoft.com/office/drawing/2014/main" id="{51FB53C0-6EA8-D891-85A3-23EE83EADE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144000" y="3886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4" name="TextBox">
            <a:extLst>
              <a:ext uri="{FF2B5EF4-FFF2-40B4-BE49-F238E27FC236}">
                <a16:creationId xmlns:a16="http://schemas.microsoft.com/office/drawing/2014/main" id="{6BF9F70B-8D8A-3E73-E423-909DA6A75EB4}"/>
              </a:ext>
            </a:extLst>
          </p:cNvPr>
          <p:cNvSpPr txBox="1"/>
          <p:nvPr userDrawn="1"/>
        </p:nvSpPr>
        <p:spPr>
          <a:xfrm>
            <a:off x="9144001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08</a:t>
            </a:r>
          </a:p>
        </p:txBody>
      </p:sp>
      <p:sp>
        <p:nvSpPr>
          <p:cNvPr id="27" name="Content Placeholder 9">
            <a:extLst>
              <a:ext uri="{FF2B5EF4-FFF2-40B4-BE49-F238E27FC236}">
                <a16:creationId xmlns:a16="http://schemas.microsoft.com/office/drawing/2014/main" id="{EA060839-AF98-8040-7AE9-8F0D7E00C135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9144001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Date Placeholder 27">
            <a:extLst>
              <a:ext uri="{FF2B5EF4-FFF2-40B4-BE49-F238E27FC236}">
                <a16:creationId xmlns:a16="http://schemas.microsoft.com/office/drawing/2014/main" id="{4C43927A-9072-62B2-E6B6-C90CC98BD41F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A9B2E784-A5F5-4301-881B-94AC8DBF9DED}" type="datetime3">
              <a:rPr lang="en-US" smtClean="0"/>
              <a:t>23 December 2025</a:t>
            </a:fld>
            <a:endParaRPr lang="en-US"/>
          </a:p>
        </p:txBody>
      </p:sp>
      <p:sp>
        <p:nvSpPr>
          <p:cNvPr id="29" name="Slide Number Placeholder 28">
            <a:extLst>
              <a:ext uri="{FF2B5EF4-FFF2-40B4-BE49-F238E27FC236}">
                <a16:creationId xmlns:a16="http://schemas.microsoft.com/office/drawing/2014/main" id="{7C0BB974-2130-F29B-EFD0-42CC6056022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3376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A0F3CE13-290E-12C4-BDCA-17CB5BAFF74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228600"/>
            <a:ext cx="12192000" cy="640080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0AF67DC4-909F-6BF0-DB86-8675E25715A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FF3D174-1921-7F28-5394-750C376C77F2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18EAB3A5-9E92-4BB9-8F22-9632B4FBEDBA}" type="datetime3">
              <a:rPr lang="en-US" smtClean="0"/>
              <a:t>23 December 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BD6737-D835-6484-7A3F-BAD2D784E2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4B09A03-7F71-C11F-C219-9F32BF2D5BC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004616" y="411162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53282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Image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8640" y="411481"/>
            <a:ext cx="5364480" cy="914400"/>
          </a:xfrm>
        </p:spPr>
        <p:txBody>
          <a:bodyPr/>
          <a:lstStyle>
            <a:lvl1pPr>
              <a:defRPr sz="2800" b="1" cap="none" baseline="0"/>
            </a:lvl1pPr>
          </a:lstStyle>
          <a:p>
            <a:r>
              <a:rPr lang="en-US"/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39" y="1600200"/>
            <a:ext cx="536448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DEDA6D-3B28-23A1-C2EE-BBB7617D7DCF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40923810-5FB2-48C9-96CA-1DE2C4773142}" type="datetime3">
              <a:rPr lang="en-US" smtClean="0"/>
              <a:t>23 December 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31B70-C8F2-D686-C30C-B4651FF044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Picture Placeholder 3">
            <a:extLst>
              <a:ext uri="{FF2B5EF4-FFF2-40B4-BE49-F238E27FC236}">
                <a16:creationId xmlns:a16="http://schemas.microsoft.com/office/drawing/2014/main" id="{9D1DFBC2-C4E8-E691-E48C-B8D2CF49CDA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278037" y="1076324"/>
            <a:ext cx="5365748" cy="5095875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5672944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Image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4D455EB0-A36D-4986-9393-AA1D5CE6C06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48639" y="411480"/>
            <a:ext cx="11094720" cy="310896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Title 2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8640" y="3794760"/>
            <a:ext cx="5364480" cy="914400"/>
          </a:xfrm>
        </p:spPr>
        <p:txBody>
          <a:bodyPr/>
          <a:lstStyle>
            <a:lvl1pPr>
              <a:defRPr sz="2800" b="1" cap="none" baseline="0"/>
            </a:lvl1pPr>
          </a:lstStyle>
          <a:p>
            <a:r>
              <a:rPr lang="en-US"/>
              <a:t>[Slide title]</a:t>
            </a:r>
          </a:p>
        </p:txBody>
      </p:sp>
      <p:sp>
        <p:nvSpPr>
          <p:cNvPr id="3" name="Content Placeholder 3"/>
          <p:cNvSpPr>
            <a:spLocks noGrp="1"/>
          </p:cNvSpPr>
          <p:nvPr>
            <p:ph sz="half" idx="1"/>
          </p:nvPr>
        </p:nvSpPr>
        <p:spPr>
          <a:xfrm>
            <a:off x="6278879" y="3794760"/>
            <a:ext cx="5364480" cy="2377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439DE7-660B-3FA9-966D-AB1D9EF6AC81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E50EFF4B-86EB-42FB-93EA-7D8F9CB2466F}" type="datetime3">
              <a:rPr lang="en-US" smtClean="0"/>
              <a:t>23 December 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763529-A3F2-C0F4-1A5C-AAFFF34D7F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62545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390">
          <p15:clr>
            <a:srgbClr val="A4A3A4"/>
          </p15:clr>
        </p15:guide>
        <p15:guide id="2" orient="horz" pos="3888">
          <p15:clr>
            <a:srgbClr val="A4A3A4"/>
          </p15:clr>
        </p15:guide>
        <p15:guide id="3" orient="horz" pos="2218">
          <p15:clr>
            <a:srgbClr val="A4A3A4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2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4C4A4C8-609A-5582-34D3-DD47E15FD26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48639" y="1600200"/>
            <a:ext cx="5364480" cy="228600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AE500155-914F-3AB3-C892-09CE75C5448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48637" y="4114800"/>
            <a:ext cx="5364480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800" b="1"/>
            </a:lvl1pPr>
            <a:lvl2pPr marL="0" indent="0">
              <a:spcBef>
                <a:spcPts val="0"/>
              </a:spcBef>
              <a:buFontTx/>
              <a:buNone/>
              <a:defRPr sz="1800" b="1"/>
            </a:lvl2pPr>
            <a:lvl3pPr marL="0" indent="0">
              <a:spcBef>
                <a:spcPts val="0"/>
              </a:spcBef>
              <a:buFontTx/>
              <a:buNone/>
              <a:defRPr sz="1800" b="1"/>
            </a:lvl3pPr>
            <a:lvl4pPr marL="0" indent="0">
              <a:spcBef>
                <a:spcPts val="0"/>
              </a:spcBef>
              <a:buFontTx/>
              <a:buNone/>
              <a:defRPr sz="1800" b="1"/>
            </a:lvl4pPr>
            <a:lvl5pPr marL="0" indent="0">
              <a:spcBef>
                <a:spcPts val="0"/>
              </a:spcBef>
              <a:buFontTx/>
              <a:buNone/>
              <a:defRPr sz="1800" b="1"/>
            </a:lvl5pPr>
            <a:lvl6pPr marL="0" indent="0">
              <a:spcBef>
                <a:spcPts val="0"/>
              </a:spcBef>
              <a:buFontTx/>
              <a:buNone/>
              <a:defRPr sz="1800" b="1"/>
            </a:lvl6pPr>
            <a:lvl7pPr marL="0" indent="0">
              <a:spcBef>
                <a:spcPts val="0"/>
              </a:spcBef>
              <a:buFontTx/>
              <a:buNone/>
              <a:defRPr sz="1800" b="1"/>
            </a:lvl7pPr>
            <a:lvl8pPr marL="0" indent="0">
              <a:spcBef>
                <a:spcPts val="0"/>
              </a:spcBef>
              <a:buFontTx/>
              <a:buNone/>
              <a:defRPr sz="1800" b="1"/>
            </a:lvl8pPr>
            <a:lvl9pPr marL="0" indent="0">
              <a:spcBef>
                <a:spcPts val="0"/>
              </a:spcBef>
              <a:buFontTx/>
              <a:buNone/>
              <a:defRPr sz="18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3" name="Content Placeholder 4"/>
          <p:cNvSpPr>
            <a:spLocks noGrp="1"/>
          </p:cNvSpPr>
          <p:nvPr>
            <p:ph sz="half" idx="1"/>
          </p:nvPr>
        </p:nvSpPr>
        <p:spPr>
          <a:xfrm>
            <a:off x="548639" y="4526280"/>
            <a:ext cx="5364480" cy="1645920"/>
          </a:xfrm>
        </p:spPr>
        <p:txBody>
          <a:bodyPr/>
          <a:lstStyle>
            <a:lvl1pPr marL="137160" indent="-137160">
              <a:defRPr sz="1500"/>
            </a:lvl1pPr>
            <a:lvl2pPr marL="274320" indent="-137160">
              <a:defRPr sz="1500"/>
            </a:lvl2pPr>
            <a:lvl3pPr marL="411480" indent="-137160">
              <a:defRPr sz="1500"/>
            </a:lvl3pPr>
            <a:lvl4pPr marL="548640" indent="-137160">
              <a:defRPr sz="1500"/>
            </a:lvl4pPr>
            <a:lvl5pPr marL="685800" indent="-137160">
              <a:defRPr sz="1500"/>
            </a:lvl5pPr>
            <a:lvl6pPr marL="822960" indent="-137160">
              <a:defRPr sz="1500"/>
            </a:lvl6pPr>
            <a:lvl7pPr marL="960120" indent="-137160">
              <a:defRPr sz="1500"/>
            </a:lvl7pPr>
            <a:lvl8pPr marL="1097280" indent="-137160">
              <a:defRPr sz="1500"/>
            </a:lvl8pPr>
            <a:lvl9pPr marL="1234440" indent="-137160"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FC3A5FBE-3D66-4376-9A16-FE11155BA55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278879" y="1600200"/>
            <a:ext cx="5364480" cy="228600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CD5289C6-6376-08BD-CF12-DE93A92EFB7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78879" y="4114800"/>
            <a:ext cx="5364480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800" b="1"/>
            </a:lvl1pPr>
            <a:lvl2pPr marL="0" indent="0">
              <a:spcBef>
                <a:spcPts val="0"/>
              </a:spcBef>
              <a:buFontTx/>
              <a:buNone/>
              <a:defRPr sz="1800" b="1"/>
            </a:lvl2pPr>
            <a:lvl3pPr marL="0" indent="0">
              <a:spcBef>
                <a:spcPts val="0"/>
              </a:spcBef>
              <a:buFontTx/>
              <a:buNone/>
              <a:defRPr sz="1800" b="1"/>
            </a:lvl3pPr>
            <a:lvl4pPr marL="0" indent="0">
              <a:spcBef>
                <a:spcPts val="0"/>
              </a:spcBef>
              <a:buFontTx/>
              <a:buNone/>
              <a:defRPr sz="1800" b="1"/>
            </a:lvl4pPr>
            <a:lvl5pPr marL="0" indent="0">
              <a:spcBef>
                <a:spcPts val="0"/>
              </a:spcBef>
              <a:buFontTx/>
              <a:buNone/>
              <a:defRPr sz="1800" b="1"/>
            </a:lvl5pPr>
            <a:lvl6pPr marL="0" indent="0">
              <a:spcBef>
                <a:spcPts val="0"/>
              </a:spcBef>
              <a:buFontTx/>
              <a:buNone/>
              <a:defRPr sz="1800" b="1"/>
            </a:lvl6pPr>
            <a:lvl7pPr marL="0" indent="0">
              <a:spcBef>
                <a:spcPts val="0"/>
              </a:spcBef>
              <a:buFontTx/>
              <a:buNone/>
              <a:defRPr sz="1800" b="1"/>
            </a:lvl7pPr>
            <a:lvl8pPr marL="0" indent="0">
              <a:spcBef>
                <a:spcPts val="0"/>
              </a:spcBef>
              <a:buFontTx/>
              <a:buNone/>
              <a:defRPr sz="1800" b="1"/>
            </a:lvl8pPr>
            <a:lvl9pPr marL="0" indent="0">
              <a:spcBef>
                <a:spcPts val="0"/>
              </a:spcBef>
              <a:buFontTx/>
              <a:buNone/>
              <a:defRPr sz="18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4" name="Content Placeholder 7"/>
          <p:cNvSpPr>
            <a:spLocks noGrp="1"/>
          </p:cNvSpPr>
          <p:nvPr>
            <p:ph sz="half" idx="2"/>
          </p:nvPr>
        </p:nvSpPr>
        <p:spPr>
          <a:xfrm>
            <a:off x="6278879" y="4526280"/>
            <a:ext cx="5364480" cy="1645920"/>
          </a:xfrm>
        </p:spPr>
        <p:txBody>
          <a:bodyPr/>
          <a:lstStyle>
            <a:lvl1pPr marL="137160" indent="-137160">
              <a:defRPr sz="1500"/>
            </a:lvl1pPr>
            <a:lvl2pPr marL="274320" indent="-137160">
              <a:defRPr sz="1500"/>
            </a:lvl2pPr>
            <a:lvl3pPr marL="411480" indent="-137160">
              <a:defRPr sz="1500"/>
            </a:lvl3pPr>
            <a:lvl4pPr marL="548640" indent="-137160">
              <a:defRPr sz="1500"/>
            </a:lvl4pPr>
            <a:lvl5pPr marL="685800" indent="-137160">
              <a:defRPr sz="1500"/>
            </a:lvl5pPr>
            <a:lvl6pPr marL="822960" indent="-137160">
              <a:defRPr sz="1500"/>
            </a:lvl6pPr>
            <a:lvl7pPr marL="960120" indent="-137160">
              <a:defRPr sz="1500"/>
            </a:lvl7pPr>
            <a:lvl8pPr marL="1097280" indent="-137160">
              <a:defRPr sz="1500"/>
            </a:lvl8pPr>
            <a:lvl9pPr marL="1234440" indent="-137160"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E309248A-8803-C0D0-F841-DA0B643CD6D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FB14FC24-E041-45E9-9A72-E5755A86890F}" type="datetime3">
              <a:rPr lang="en-US" smtClean="0"/>
              <a:t>23 December 2025</a:t>
            </a:fld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3E501E26-5E18-9AC3-2607-A695FA23E63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82611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  <p15:guide id="3" orient="horz" pos="2592">
          <p15:clr>
            <a:srgbClr val="A4A3A4"/>
          </p15:clr>
        </p15:guide>
        <p15:guide id="4" orient="horz" pos="2448">
          <p15:clr>
            <a:srgbClr val="A4A3A4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3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4C4A4C8-609A-5582-34D3-DD47E15FD26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48639" y="1600200"/>
            <a:ext cx="3450336" cy="169164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AE500155-914F-3AB3-C892-09CE75C5448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48637" y="3520440"/>
            <a:ext cx="3450336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800" b="1"/>
            </a:lvl1pPr>
            <a:lvl2pPr marL="0" indent="0">
              <a:spcBef>
                <a:spcPts val="0"/>
              </a:spcBef>
              <a:buFontTx/>
              <a:buNone/>
              <a:defRPr sz="1800" b="1"/>
            </a:lvl2pPr>
            <a:lvl3pPr marL="0" indent="0">
              <a:spcBef>
                <a:spcPts val="0"/>
              </a:spcBef>
              <a:buFontTx/>
              <a:buNone/>
              <a:defRPr sz="1800" b="1"/>
            </a:lvl3pPr>
            <a:lvl4pPr marL="0" indent="0">
              <a:spcBef>
                <a:spcPts val="0"/>
              </a:spcBef>
              <a:buFontTx/>
              <a:buNone/>
              <a:defRPr sz="1800" b="1"/>
            </a:lvl4pPr>
            <a:lvl5pPr marL="0" indent="0">
              <a:spcBef>
                <a:spcPts val="0"/>
              </a:spcBef>
              <a:buFontTx/>
              <a:buNone/>
              <a:defRPr sz="1800" b="1"/>
            </a:lvl5pPr>
            <a:lvl6pPr marL="0" indent="0">
              <a:spcBef>
                <a:spcPts val="0"/>
              </a:spcBef>
              <a:buFontTx/>
              <a:buNone/>
              <a:defRPr sz="1800" b="1"/>
            </a:lvl6pPr>
            <a:lvl7pPr marL="0" indent="0">
              <a:spcBef>
                <a:spcPts val="0"/>
              </a:spcBef>
              <a:buFontTx/>
              <a:buNone/>
              <a:defRPr sz="1800" b="1"/>
            </a:lvl7pPr>
            <a:lvl8pPr marL="0" indent="0">
              <a:spcBef>
                <a:spcPts val="0"/>
              </a:spcBef>
              <a:buFontTx/>
              <a:buNone/>
              <a:defRPr sz="1800" b="1"/>
            </a:lvl8pPr>
            <a:lvl9pPr marL="0" indent="0">
              <a:spcBef>
                <a:spcPts val="0"/>
              </a:spcBef>
              <a:buFontTx/>
              <a:buNone/>
              <a:defRPr sz="18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3" name="Content Placeholder 4"/>
          <p:cNvSpPr>
            <a:spLocks noGrp="1"/>
          </p:cNvSpPr>
          <p:nvPr>
            <p:ph sz="half" idx="1"/>
          </p:nvPr>
        </p:nvSpPr>
        <p:spPr>
          <a:xfrm>
            <a:off x="548639" y="3931920"/>
            <a:ext cx="3450336" cy="2240280"/>
          </a:xfrm>
        </p:spPr>
        <p:txBody>
          <a:bodyPr/>
          <a:lstStyle>
            <a:lvl1pPr marL="137160" indent="-137160">
              <a:defRPr sz="1500"/>
            </a:lvl1pPr>
            <a:lvl2pPr marL="274320" indent="-137160">
              <a:defRPr sz="1500"/>
            </a:lvl2pPr>
            <a:lvl3pPr marL="411480" indent="-137160">
              <a:defRPr sz="1500"/>
            </a:lvl3pPr>
            <a:lvl4pPr marL="548640" indent="-137160">
              <a:defRPr sz="1500"/>
            </a:lvl4pPr>
            <a:lvl5pPr marL="685800" indent="-137160">
              <a:defRPr sz="1500"/>
            </a:lvl5pPr>
            <a:lvl6pPr marL="822960" indent="-137160">
              <a:defRPr sz="1500"/>
            </a:lvl6pPr>
            <a:lvl7pPr marL="960120" indent="-137160">
              <a:defRPr sz="1500"/>
            </a:lvl7pPr>
            <a:lvl8pPr marL="1097280" indent="-137160">
              <a:defRPr sz="1500"/>
            </a:lvl8pPr>
            <a:lvl9pPr marL="1234440" indent="-137160"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FC3A5FBE-3D66-4376-9A16-FE11155BA55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370831" y="1600200"/>
            <a:ext cx="3450336" cy="169164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CD5289C6-6376-08BD-CF12-DE93A92EFB7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70831" y="3520440"/>
            <a:ext cx="3450336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800" b="1"/>
            </a:lvl1pPr>
            <a:lvl2pPr marL="0" indent="0">
              <a:spcBef>
                <a:spcPts val="0"/>
              </a:spcBef>
              <a:buFontTx/>
              <a:buNone/>
              <a:defRPr sz="1800" b="1"/>
            </a:lvl2pPr>
            <a:lvl3pPr marL="0" indent="0">
              <a:spcBef>
                <a:spcPts val="0"/>
              </a:spcBef>
              <a:buFontTx/>
              <a:buNone/>
              <a:defRPr sz="1800" b="1"/>
            </a:lvl3pPr>
            <a:lvl4pPr marL="0" indent="0">
              <a:spcBef>
                <a:spcPts val="0"/>
              </a:spcBef>
              <a:buFontTx/>
              <a:buNone/>
              <a:defRPr sz="1800" b="1"/>
            </a:lvl4pPr>
            <a:lvl5pPr marL="0" indent="0">
              <a:spcBef>
                <a:spcPts val="0"/>
              </a:spcBef>
              <a:buFontTx/>
              <a:buNone/>
              <a:defRPr sz="1800" b="1"/>
            </a:lvl5pPr>
            <a:lvl6pPr marL="0" indent="0">
              <a:spcBef>
                <a:spcPts val="0"/>
              </a:spcBef>
              <a:buFontTx/>
              <a:buNone/>
              <a:defRPr sz="1800" b="1"/>
            </a:lvl6pPr>
            <a:lvl7pPr marL="0" indent="0">
              <a:spcBef>
                <a:spcPts val="0"/>
              </a:spcBef>
              <a:buFontTx/>
              <a:buNone/>
              <a:defRPr sz="1800" b="1"/>
            </a:lvl7pPr>
            <a:lvl8pPr marL="0" indent="0">
              <a:spcBef>
                <a:spcPts val="0"/>
              </a:spcBef>
              <a:buFontTx/>
              <a:buNone/>
              <a:defRPr sz="1800" b="1"/>
            </a:lvl8pPr>
            <a:lvl9pPr marL="0" indent="0">
              <a:spcBef>
                <a:spcPts val="0"/>
              </a:spcBef>
              <a:buFontTx/>
              <a:buNone/>
              <a:defRPr sz="18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4" name="Content Placeholder 7"/>
          <p:cNvSpPr>
            <a:spLocks noGrp="1"/>
          </p:cNvSpPr>
          <p:nvPr>
            <p:ph sz="half" idx="2"/>
          </p:nvPr>
        </p:nvSpPr>
        <p:spPr>
          <a:xfrm>
            <a:off x="4370831" y="3931920"/>
            <a:ext cx="3450336" cy="2240280"/>
          </a:xfrm>
        </p:spPr>
        <p:txBody>
          <a:bodyPr/>
          <a:lstStyle>
            <a:lvl1pPr marL="137160" indent="-137160">
              <a:defRPr sz="1500"/>
            </a:lvl1pPr>
            <a:lvl2pPr marL="274320" indent="-137160">
              <a:defRPr sz="1500"/>
            </a:lvl2pPr>
            <a:lvl3pPr marL="411480" indent="-137160">
              <a:defRPr sz="1500"/>
            </a:lvl3pPr>
            <a:lvl4pPr marL="548640" indent="-137160">
              <a:defRPr sz="1500"/>
            </a:lvl4pPr>
            <a:lvl5pPr marL="685800" indent="-137160">
              <a:defRPr sz="1500"/>
            </a:lvl5pPr>
            <a:lvl6pPr marL="822960" indent="-137160">
              <a:defRPr sz="1500"/>
            </a:lvl6pPr>
            <a:lvl7pPr marL="960120" indent="-137160">
              <a:defRPr sz="1500"/>
            </a:lvl7pPr>
            <a:lvl8pPr marL="1097280" indent="-137160">
              <a:defRPr sz="1500"/>
            </a:lvl8pPr>
            <a:lvl9pPr marL="1234440" indent="-137160"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2F1293E6-42E9-E8B5-FFA8-86FB82D4865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193023" y="1600200"/>
            <a:ext cx="3450336" cy="169164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1A0087B1-BE04-FAAE-807C-18D539A5855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193023" y="3520440"/>
            <a:ext cx="3450336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800" b="1"/>
            </a:lvl1pPr>
            <a:lvl2pPr marL="0" indent="0">
              <a:spcBef>
                <a:spcPts val="0"/>
              </a:spcBef>
              <a:buFontTx/>
              <a:buNone/>
              <a:defRPr sz="1800" b="1"/>
            </a:lvl2pPr>
            <a:lvl3pPr marL="0" indent="0">
              <a:spcBef>
                <a:spcPts val="0"/>
              </a:spcBef>
              <a:buFontTx/>
              <a:buNone/>
              <a:defRPr sz="1800" b="1"/>
            </a:lvl3pPr>
            <a:lvl4pPr marL="0" indent="0">
              <a:spcBef>
                <a:spcPts val="0"/>
              </a:spcBef>
              <a:buFontTx/>
              <a:buNone/>
              <a:defRPr sz="1800" b="1"/>
            </a:lvl4pPr>
            <a:lvl5pPr marL="0" indent="0">
              <a:spcBef>
                <a:spcPts val="0"/>
              </a:spcBef>
              <a:buFontTx/>
              <a:buNone/>
              <a:defRPr sz="1800" b="1"/>
            </a:lvl5pPr>
            <a:lvl6pPr marL="0" indent="0">
              <a:spcBef>
                <a:spcPts val="0"/>
              </a:spcBef>
              <a:buFontTx/>
              <a:buNone/>
              <a:defRPr sz="1800" b="1"/>
            </a:lvl6pPr>
            <a:lvl7pPr marL="0" indent="0">
              <a:spcBef>
                <a:spcPts val="0"/>
              </a:spcBef>
              <a:buFontTx/>
              <a:buNone/>
              <a:defRPr sz="1800" b="1"/>
            </a:lvl7pPr>
            <a:lvl8pPr marL="0" indent="0">
              <a:spcBef>
                <a:spcPts val="0"/>
              </a:spcBef>
              <a:buFontTx/>
              <a:buNone/>
              <a:defRPr sz="1800" b="1"/>
            </a:lvl8pPr>
            <a:lvl9pPr marL="0" indent="0">
              <a:spcBef>
                <a:spcPts val="0"/>
              </a:spcBef>
              <a:buFontTx/>
              <a:buNone/>
              <a:defRPr sz="18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9A4D43E8-8B9E-0180-3592-10B667D09516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8193023" y="3931920"/>
            <a:ext cx="3450336" cy="2240280"/>
          </a:xfrm>
        </p:spPr>
        <p:txBody>
          <a:bodyPr/>
          <a:lstStyle>
            <a:lvl1pPr marL="137160" indent="-137160">
              <a:defRPr sz="1500"/>
            </a:lvl1pPr>
            <a:lvl2pPr marL="274320" indent="-137160">
              <a:defRPr sz="1500"/>
            </a:lvl2pPr>
            <a:lvl3pPr marL="411480" indent="-137160">
              <a:defRPr sz="1500"/>
            </a:lvl3pPr>
            <a:lvl4pPr marL="548640" indent="-137160">
              <a:defRPr sz="1500"/>
            </a:lvl4pPr>
            <a:lvl5pPr marL="685800" indent="-137160">
              <a:defRPr sz="1500"/>
            </a:lvl5pPr>
            <a:lvl6pPr marL="822960" indent="-137160">
              <a:defRPr sz="1500"/>
            </a:lvl6pPr>
            <a:lvl7pPr marL="960120" indent="-137160">
              <a:defRPr sz="1500"/>
            </a:lvl7pPr>
            <a:lvl8pPr marL="1097280" indent="-137160">
              <a:defRPr sz="1500"/>
            </a:lvl8pPr>
            <a:lvl9pPr marL="1234440" indent="-137160"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BCC41EC7-A74C-7FAC-CAAF-B45134A90C1F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98A19125-94A7-4474-858C-FD9C4ABE9DDA}" type="datetime3">
              <a:rPr lang="en-US" smtClean="0"/>
              <a:t>23 December 2025</a:t>
            </a:fld>
            <a:endParaRPr lang="en-US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0DCE38A9-CABF-9588-DDD8-93DD198F7EC2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43900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2218">
          <p15:clr>
            <a:srgbClr val="A4A3A4"/>
          </p15:clr>
        </p15:guide>
        <p15:guide id="3" orient="horz" pos="3888">
          <p15:clr>
            <a:srgbClr val="A4A3A4"/>
          </p15:clr>
        </p15:guide>
        <p15:guide id="4" orient="horz" pos="2074">
          <p15:clr>
            <a:srgbClr val="A4A3A4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4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4C4A4C8-609A-5582-34D3-DD47E15FD26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48641" y="1600200"/>
            <a:ext cx="2499359" cy="123444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AE500155-914F-3AB3-C892-09CE75C5448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48639" y="3063240"/>
            <a:ext cx="2499359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600" b="1"/>
            </a:lvl1pPr>
            <a:lvl2pPr marL="0" indent="0">
              <a:spcBef>
                <a:spcPts val="0"/>
              </a:spcBef>
              <a:buFontTx/>
              <a:buNone/>
              <a:defRPr sz="1600" b="1"/>
            </a:lvl2pPr>
            <a:lvl3pPr marL="0" indent="0">
              <a:spcBef>
                <a:spcPts val="0"/>
              </a:spcBef>
              <a:buFontTx/>
              <a:buNone/>
              <a:defRPr sz="1600" b="1"/>
            </a:lvl3pPr>
            <a:lvl4pPr marL="0" indent="0">
              <a:spcBef>
                <a:spcPts val="0"/>
              </a:spcBef>
              <a:buFontTx/>
              <a:buNone/>
              <a:defRPr sz="1600" b="1"/>
            </a:lvl4pPr>
            <a:lvl5pPr marL="0" indent="0">
              <a:spcBef>
                <a:spcPts val="0"/>
              </a:spcBef>
              <a:buFontTx/>
              <a:buNone/>
              <a:defRPr sz="1600" b="1"/>
            </a:lvl5pPr>
            <a:lvl6pPr marL="0" indent="0">
              <a:spcBef>
                <a:spcPts val="0"/>
              </a:spcBef>
              <a:buFontTx/>
              <a:buNone/>
              <a:defRPr sz="1600" b="1"/>
            </a:lvl6pPr>
            <a:lvl7pPr marL="0" indent="0">
              <a:spcBef>
                <a:spcPts val="0"/>
              </a:spcBef>
              <a:buFontTx/>
              <a:buNone/>
              <a:defRPr sz="1600" b="1"/>
            </a:lvl7pPr>
            <a:lvl8pPr marL="0" indent="0">
              <a:spcBef>
                <a:spcPts val="0"/>
              </a:spcBef>
              <a:buFontTx/>
              <a:buNone/>
              <a:defRPr sz="1600" b="1"/>
            </a:lvl8pPr>
            <a:lvl9pPr marL="0" indent="0">
              <a:spcBef>
                <a:spcPts val="0"/>
              </a:spcBef>
              <a:buFontTx/>
              <a:buNone/>
              <a:defRPr sz="16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3" name="Content Placeholder 4"/>
          <p:cNvSpPr>
            <a:spLocks noGrp="1"/>
          </p:cNvSpPr>
          <p:nvPr>
            <p:ph sz="half" idx="1"/>
          </p:nvPr>
        </p:nvSpPr>
        <p:spPr>
          <a:xfrm>
            <a:off x="548641" y="3474720"/>
            <a:ext cx="2499359" cy="2697480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FC3A5FBE-3D66-4376-9A16-FE11155BA55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428805" y="1600200"/>
            <a:ext cx="2499359" cy="123444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CD5289C6-6376-08BD-CF12-DE93A92EFB7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428805" y="3063240"/>
            <a:ext cx="2499359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600" b="1"/>
            </a:lvl1pPr>
            <a:lvl2pPr marL="0" indent="0">
              <a:spcBef>
                <a:spcPts val="0"/>
              </a:spcBef>
              <a:buFontTx/>
              <a:buNone/>
              <a:defRPr sz="1600" b="1"/>
            </a:lvl2pPr>
            <a:lvl3pPr marL="0" indent="0">
              <a:spcBef>
                <a:spcPts val="0"/>
              </a:spcBef>
              <a:buFontTx/>
              <a:buNone/>
              <a:defRPr sz="1600" b="1"/>
            </a:lvl3pPr>
            <a:lvl4pPr marL="0" indent="0">
              <a:spcBef>
                <a:spcPts val="0"/>
              </a:spcBef>
              <a:buFontTx/>
              <a:buNone/>
              <a:defRPr sz="1600" b="1"/>
            </a:lvl4pPr>
            <a:lvl5pPr marL="0" indent="0">
              <a:spcBef>
                <a:spcPts val="0"/>
              </a:spcBef>
              <a:buFontTx/>
              <a:buNone/>
              <a:defRPr sz="1600" b="1"/>
            </a:lvl5pPr>
            <a:lvl6pPr marL="0" indent="0">
              <a:spcBef>
                <a:spcPts val="0"/>
              </a:spcBef>
              <a:buFontTx/>
              <a:buNone/>
              <a:defRPr sz="1600" b="1"/>
            </a:lvl6pPr>
            <a:lvl7pPr marL="0" indent="0">
              <a:spcBef>
                <a:spcPts val="0"/>
              </a:spcBef>
              <a:buFontTx/>
              <a:buNone/>
              <a:defRPr sz="1600" b="1"/>
            </a:lvl7pPr>
            <a:lvl8pPr marL="0" indent="0">
              <a:spcBef>
                <a:spcPts val="0"/>
              </a:spcBef>
              <a:buFontTx/>
              <a:buNone/>
              <a:defRPr sz="1600" b="1"/>
            </a:lvl8pPr>
            <a:lvl9pPr marL="0" indent="0">
              <a:spcBef>
                <a:spcPts val="0"/>
              </a:spcBef>
              <a:buFontTx/>
              <a:buNone/>
              <a:defRPr sz="16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4" name="Content Placeholder 7"/>
          <p:cNvSpPr>
            <a:spLocks noGrp="1"/>
          </p:cNvSpPr>
          <p:nvPr>
            <p:ph sz="half" idx="2"/>
          </p:nvPr>
        </p:nvSpPr>
        <p:spPr>
          <a:xfrm>
            <a:off x="3428805" y="3474720"/>
            <a:ext cx="2499359" cy="2697480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2F1293E6-42E9-E8B5-FFA8-86FB82D4865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263841" y="1600200"/>
            <a:ext cx="2499359" cy="123444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1A0087B1-BE04-FAAE-807C-18D539A5855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63841" y="3063240"/>
            <a:ext cx="2499359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600" b="1"/>
            </a:lvl1pPr>
            <a:lvl2pPr marL="0" indent="0">
              <a:spcBef>
                <a:spcPts val="0"/>
              </a:spcBef>
              <a:buFontTx/>
              <a:buNone/>
              <a:defRPr sz="1600" b="1"/>
            </a:lvl2pPr>
            <a:lvl3pPr marL="0" indent="0">
              <a:spcBef>
                <a:spcPts val="0"/>
              </a:spcBef>
              <a:buFontTx/>
              <a:buNone/>
              <a:defRPr sz="1600" b="1"/>
            </a:lvl3pPr>
            <a:lvl4pPr marL="0" indent="0">
              <a:spcBef>
                <a:spcPts val="0"/>
              </a:spcBef>
              <a:buFontTx/>
              <a:buNone/>
              <a:defRPr sz="1600" b="1"/>
            </a:lvl4pPr>
            <a:lvl5pPr marL="0" indent="0">
              <a:spcBef>
                <a:spcPts val="0"/>
              </a:spcBef>
              <a:buFontTx/>
              <a:buNone/>
              <a:defRPr sz="1600" b="1"/>
            </a:lvl5pPr>
            <a:lvl6pPr marL="0" indent="0">
              <a:spcBef>
                <a:spcPts val="0"/>
              </a:spcBef>
              <a:buFontTx/>
              <a:buNone/>
              <a:defRPr sz="1600" b="1"/>
            </a:lvl6pPr>
            <a:lvl7pPr marL="0" indent="0">
              <a:spcBef>
                <a:spcPts val="0"/>
              </a:spcBef>
              <a:buFontTx/>
              <a:buNone/>
              <a:defRPr sz="1600" b="1"/>
            </a:lvl7pPr>
            <a:lvl8pPr marL="0" indent="0">
              <a:spcBef>
                <a:spcPts val="0"/>
              </a:spcBef>
              <a:buFontTx/>
              <a:buNone/>
              <a:defRPr sz="1600" b="1"/>
            </a:lvl8pPr>
            <a:lvl9pPr marL="0" indent="0">
              <a:spcBef>
                <a:spcPts val="0"/>
              </a:spcBef>
              <a:buFontTx/>
              <a:buNone/>
              <a:defRPr sz="16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9A4D43E8-8B9E-0180-3592-10B667D09516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6263841" y="3474720"/>
            <a:ext cx="2499359" cy="2697480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Picture Placeholder 11">
            <a:extLst>
              <a:ext uri="{FF2B5EF4-FFF2-40B4-BE49-F238E27FC236}">
                <a16:creationId xmlns:a16="http://schemas.microsoft.com/office/drawing/2014/main" id="{D206E8B5-48CF-3920-10E8-5C214FEE93B1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9144001" y="1600200"/>
            <a:ext cx="2499359" cy="123444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30A8711B-6FCD-CC40-76D9-6F2EED66A6E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144001" y="3063240"/>
            <a:ext cx="2499359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600" b="1"/>
            </a:lvl1pPr>
            <a:lvl2pPr marL="0" indent="0">
              <a:spcBef>
                <a:spcPts val="0"/>
              </a:spcBef>
              <a:buFontTx/>
              <a:buNone/>
              <a:defRPr sz="1600" b="1"/>
            </a:lvl2pPr>
            <a:lvl3pPr marL="0" indent="0">
              <a:spcBef>
                <a:spcPts val="0"/>
              </a:spcBef>
              <a:buFontTx/>
              <a:buNone/>
              <a:defRPr sz="1600" b="1"/>
            </a:lvl3pPr>
            <a:lvl4pPr marL="0" indent="0">
              <a:spcBef>
                <a:spcPts val="0"/>
              </a:spcBef>
              <a:buFontTx/>
              <a:buNone/>
              <a:defRPr sz="1600" b="1"/>
            </a:lvl4pPr>
            <a:lvl5pPr marL="0" indent="0">
              <a:spcBef>
                <a:spcPts val="0"/>
              </a:spcBef>
              <a:buFontTx/>
              <a:buNone/>
              <a:defRPr sz="1600" b="1"/>
            </a:lvl5pPr>
            <a:lvl6pPr marL="0" indent="0">
              <a:spcBef>
                <a:spcPts val="0"/>
              </a:spcBef>
              <a:buFontTx/>
              <a:buNone/>
              <a:defRPr sz="1600" b="1"/>
            </a:lvl6pPr>
            <a:lvl7pPr marL="0" indent="0">
              <a:spcBef>
                <a:spcPts val="0"/>
              </a:spcBef>
              <a:buFontTx/>
              <a:buNone/>
              <a:defRPr sz="1600" b="1"/>
            </a:lvl7pPr>
            <a:lvl8pPr marL="0" indent="0">
              <a:spcBef>
                <a:spcPts val="0"/>
              </a:spcBef>
              <a:buFontTx/>
              <a:buNone/>
              <a:defRPr sz="1600" b="1"/>
            </a:lvl8pPr>
            <a:lvl9pPr marL="0" indent="0">
              <a:spcBef>
                <a:spcPts val="0"/>
              </a:spcBef>
              <a:buFontTx/>
              <a:buNone/>
              <a:defRPr sz="16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15" name="Content Placeholder 13">
            <a:extLst>
              <a:ext uri="{FF2B5EF4-FFF2-40B4-BE49-F238E27FC236}">
                <a16:creationId xmlns:a16="http://schemas.microsoft.com/office/drawing/2014/main" id="{ABA13BFB-DABC-41BC-F712-51774CC8BA1C}"/>
              </a:ext>
            </a:extLst>
          </p:cNvPr>
          <p:cNvSpPr>
            <a:spLocks noGrp="1"/>
          </p:cNvSpPr>
          <p:nvPr>
            <p:ph sz="half" idx="21"/>
          </p:nvPr>
        </p:nvSpPr>
        <p:spPr>
          <a:xfrm>
            <a:off x="9144001" y="3474720"/>
            <a:ext cx="2499359" cy="2697480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Date Placeholder 15">
            <a:extLst>
              <a:ext uri="{FF2B5EF4-FFF2-40B4-BE49-F238E27FC236}">
                <a16:creationId xmlns:a16="http://schemas.microsoft.com/office/drawing/2014/main" id="{6FA3AB29-95C5-BB81-8596-7248603E0DBA}"/>
              </a:ext>
            </a:extLst>
          </p:cNvPr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fld id="{3BA0343D-C8D8-43CE-BB79-50DEA219DB07}" type="datetime3">
              <a:rPr lang="en-US" smtClean="0"/>
              <a:t>23 December 2025</a:t>
            </a:fld>
            <a:endParaRPr lang="en-US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F8249F74-522A-F15A-97B8-27047D5DEDAE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99441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1786">
          <p15:clr>
            <a:srgbClr val="A4A3A4"/>
          </p15:clr>
        </p15:guide>
        <p15:guide id="3" orient="horz" pos="3888">
          <p15:clr>
            <a:srgbClr val="A4A3A4"/>
          </p15:clr>
        </p15:guide>
        <p15:guide id="4" orient="horz" pos="1930">
          <p15:clr>
            <a:srgbClr val="A4A3A4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48640" y="411481"/>
            <a:ext cx="8231293" cy="1189037"/>
          </a:xfrm>
        </p:spPr>
        <p:txBody>
          <a:bodyPr anchor="t" anchorCtr="0"/>
          <a:lstStyle>
            <a:lvl1pPr>
              <a:lnSpc>
                <a:spcPct val="80000"/>
              </a:lnSpc>
              <a:defRPr sz="4000" spc="-1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B62121C3-FD56-A9B2-1088-141E0BDB4C1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8640" y="2148840"/>
            <a:ext cx="6795135" cy="40233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2800"/>
            </a:lvl1pPr>
            <a:lvl2pPr marL="182880" indent="-182880">
              <a:spcBef>
                <a:spcPts val="1000"/>
              </a:spcBef>
              <a:buFont typeface="Arial" panose="020B0604020202020204" pitchFamily="34" charset="0"/>
              <a:buChar char="▪"/>
              <a:defRPr/>
            </a:lvl2pPr>
            <a:lvl3pPr marL="365760">
              <a:defRPr/>
            </a:lvl3pPr>
            <a:lvl4pPr marL="548640">
              <a:defRPr/>
            </a:lvl4pPr>
            <a:lvl5pPr marL="731520">
              <a:defRPr/>
            </a:lvl5pPr>
            <a:lvl6pPr marL="914400">
              <a:defRPr/>
            </a:lvl6pPr>
            <a:lvl7pPr marL="1097280">
              <a:defRPr/>
            </a:lvl7pPr>
            <a:lvl8pPr marL="1280160">
              <a:defRPr/>
            </a:lvl8pPr>
            <a:lvl9pPr marL="1463040">
              <a:defRPr/>
            </a:lvl9pPr>
          </a:lstStyle>
          <a:p>
            <a:pPr lvl="0"/>
            <a:r>
              <a:rPr lang="en-US"/>
              <a:t>[Optional section subtitle]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DBADC8-E5B3-9DDB-F294-C14F7AA987B8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453BD212-0B9F-4987-965F-AC83B2FC354F}" type="datetime3">
              <a:rPr lang="en-US" smtClean="0"/>
              <a:t>23 December 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7DADDA-8448-690C-2CAB-FA7E28471B81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Rectangle 15">
            <a:extLst>
              <a:ext uri="{FF2B5EF4-FFF2-40B4-BE49-F238E27FC236}">
                <a16:creationId xmlns:a16="http://schemas.microsoft.com/office/drawing/2014/main" id="{29767174-7781-C263-3756-CD54301026C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6657945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36F2182-1ACE-5AD5-681B-31F3C218704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0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A0C2669-2091-19FC-7FA5-E8DD4A44F8C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004616" y="411162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687060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Imag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1">
            <a:extLst>
              <a:ext uri="{FF2B5EF4-FFF2-40B4-BE49-F238E27FC236}">
                <a16:creationId xmlns:a16="http://schemas.microsoft.com/office/drawing/2014/main" id="{D68235BF-5094-B6AD-6429-61352C54DE9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228600"/>
            <a:ext cx="12192000" cy="6400800"/>
          </a:xfrm>
          <a:solidFill>
            <a:srgbClr val="56555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" name="Title 2"/>
          <p:cNvSpPr>
            <a:spLocks noGrp="1"/>
          </p:cNvSpPr>
          <p:nvPr>
            <p:ph type="title" hasCustomPrompt="1"/>
          </p:nvPr>
        </p:nvSpPr>
        <p:spPr>
          <a:xfrm>
            <a:off x="548640" y="411481"/>
            <a:ext cx="8231293" cy="1189037"/>
          </a:xfrm>
        </p:spPr>
        <p:txBody>
          <a:bodyPr anchor="t" anchorCtr="0"/>
          <a:lstStyle>
            <a:lvl1pPr>
              <a:lnSpc>
                <a:spcPct val="80000"/>
              </a:lnSpc>
              <a:defRPr sz="4000" spc="-1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DC6E9F-9E2F-3968-F76A-CD8240DB9C8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8640" y="2148840"/>
            <a:ext cx="6795135" cy="91440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2800"/>
            </a:lvl1pPr>
            <a:lvl2pPr marL="182880" indent="-182880">
              <a:spcBef>
                <a:spcPts val="1000"/>
              </a:spcBef>
              <a:buFont typeface="Arial" panose="020B0604020202020204" pitchFamily="34" charset="0"/>
              <a:buChar char="▪"/>
              <a:defRPr/>
            </a:lvl2pPr>
            <a:lvl3pPr marL="365760">
              <a:defRPr/>
            </a:lvl3pPr>
            <a:lvl4pPr marL="548640">
              <a:defRPr/>
            </a:lvl4pPr>
            <a:lvl5pPr marL="731520">
              <a:defRPr/>
            </a:lvl5pPr>
            <a:lvl6pPr marL="914400">
              <a:defRPr/>
            </a:lvl6pPr>
            <a:lvl7pPr marL="1097280">
              <a:defRPr/>
            </a:lvl7pPr>
            <a:lvl8pPr marL="1280160">
              <a:defRPr/>
            </a:lvl8pPr>
            <a:lvl9pPr marL="1463040">
              <a:defRPr/>
            </a:lvl9pPr>
          </a:lstStyle>
          <a:p>
            <a:pPr lvl="0"/>
            <a:r>
              <a:rPr lang="en-US"/>
              <a:t>[Optional section subtitle]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2EB74B-4EFA-464C-722C-FBCA5174031B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20AF9C2-5E8A-4308-AE6B-CA9B65007D0E}" type="datetime3">
              <a:rPr lang="en-US" smtClean="0"/>
              <a:t>23 December 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C19503-16E7-50C5-8995-F8E0DCB6B62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8E613F9-1842-268A-DF27-3F9D7650270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004616" y="411162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28985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White 0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48640" y="411481"/>
            <a:ext cx="8231293" cy="1189037"/>
          </a:xfrm>
        </p:spPr>
        <p:txBody>
          <a:bodyPr anchor="t" anchorCtr="0"/>
          <a:lstStyle>
            <a:lvl1pPr>
              <a:lnSpc>
                <a:spcPct val="80000"/>
              </a:lnSpc>
              <a:defRPr sz="4000" spc="-1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3EF29EDB-49B7-13CD-321C-E88CD44FB7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8640" y="2148840"/>
            <a:ext cx="6795135" cy="40233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2800"/>
            </a:lvl1pPr>
            <a:lvl2pPr marL="182880" indent="-182880">
              <a:spcBef>
                <a:spcPts val="1000"/>
              </a:spcBef>
              <a:buFont typeface="Arial" panose="020B0604020202020204" pitchFamily="34" charset="0"/>
              <a:buChar char="▪"/>
              <a:defRPr/>
            </a:lvl2pPr>
            <a:lvl3pPr marL="365760">
              <a:defRPr/>
            </a:lvl3pPr>
            <a:lvl4pPr marL="548640">
              <a:defRPr/>
            </a:lvl4pPr>
            <a:lvl5pPr marL="731520">
              <a:defRPr/>
            </a:lvl5pPr>
            <a:lvl6pPr marL="914400">
              <a:defRPr/>
            </a:lvl6pPr>
            <a:lvl7pPr marL="1097280">
              <a:defRPr/>
            </a:lvl7pPr>
            <a:lvl8pPr marL="1280160">
              <a:defRPr/>
            </a:lvl8pPr>
            <a:lvl9pPr marL="1463040">
              <a:defRPr/>
            </a:lvl9pPr>
          </a:lstStyle>
          <a:p>
            <a:pPr lvl="0"/>
            <a:r>
              <a:rPr lang="en-US"/>
              <a:t>[Optional section subtitle]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CC6170-ECB5-A830-2874-091E36410134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FF31E861-D2AF-431D-860B-DCF67C218052}" type="datetime3">
              <a:rPr lang="en-US" smtClean="0"/>
              <a:t>23 December 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B1CE1D-5DB3-7DB4-A801-B688218E7EC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257267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White 0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48641" y="411480"/>
            <a:ext cx="5365327" cy="914400"/>
          </a:xfrm>
        </p:spPr>
        <p:txBody>
          <a:bodyPr anchor="t" anchorCtr="0"/>
          <a:lstStyle>
            <a:lvl1pPr>
              <a:lnSpc>
                <a:spcPct val="90000"/>
              </a:lnSpc>
              <a:defRPr sz="2400" spc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3EF29EDB-49B7-13CD-321C-E88CD44FB7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8640" y="1600200"/>
            <a:ext cx="6795135" cy="4572000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FontTx/>
              <a:buNone/>
              <a:defRPr sz="3600"/>
            </a:lvl1pPr>
            <a:lvl2pPr marL="182880" indent="-182880">
              <a:spcBef>
                <a:spcPts val="1000"/>
              </a:spcBef>
              <a:buFont typeface="Arial" panose="020B0604020202020204" pitchFamily="34" charset="0"/>
              <a:buChar char="▪"/>
              <a:defRPr/>
            </a:lvl2pPr>
            <a:lvl3pPr marL="365760">
              <a:defRPr/>
            </a:lvl3pPr>
            <a:lvl4pPr marL="548640">
              <a:defRPr/>
            </a:lvl4pPr>
            <a:lvl5pPr marL="731520">
              <a:defRPr/>
            </a:lvl5pPr>
            <a:lvl6pPr marL="914400">
              <a:defRPr/>
            </a:lvl6pPr>
            <a:lvl7pPr marL="1097280">
              <a:defRPr/>
            </a:lvl7pPr>
            <a:lvl8pPr marL="1280160">
              <a:defRPr/>
            </a:lvl8pPr>
            <a:lvl9pPr marL="1463040">
              <a:defRPr/>
            </a:lvl9pPr>
          </a:lstStyle>
          <a:p>
            <a:pPr lvl="0"/>
            <a:r>
              <a:rPr lang="en-US"/>
              <a:t>[Long section description]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A978CF-9C5E-3CFC-1FBF-80FF0C14A03A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D1DA25B2-AAF1-4C1F-AA38-12D5BFA7D4C8}" type="datetime3">
              <a:rPr lang="en-US" smtClean="0"/>
              <a:t>23 December 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496E61-43C3-4A10-6216-8AA17EF97B83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259749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- Half Image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48641" y="411481"/>
            <a:ext cx="5365327" cy="1189037"/>
          </a:xfrm>
        </p:spPr>
        <p:txBody>
          <a:bodyPr anchor="t" anchorCtr="0"/>
          <a:lstStyle>
            <a:lvl1pPr>
              <a:lnSpc>
                <a:spcPct val="80000"/>
              </a:lnSpc>
              <a:defRPr sz="4000" spc="-1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FD05FCA9-6234-AA37-16E9-CA72B744A81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8640" y="2148840"/>
            <a:ext cx="5365325" cy="4023360"/>
          </a:xfrm>
        </p:spPr>
        <p:txBody>
          <a:bodyPr/>
          <a:lstStyle>
            <a:lvl1pPr marL="0" indent="0">
              <a:spcBef>
                <a:spcPts val="1000"/>
              </a:spcBef>
              <a:buFontTx/>
              <a:buNone/>
              <a:defRPr/>
            </a:lvl1pPr>
            <a:lvl2pPr marL="182880" indent="-182880">
              <a:spcBef>
                <a:spcPts val="1000"/>
              </a:spcBef>
              <a:buFont typeface="Arial" panose="020B0604020202020204" pitchFamily="34" charset="0"/>
              <a:buChar char="▪"/>
              <a:defRPr/>
            </a:lvl2pPr>
            <a:lvl3pPr marL="365760">
              <a:defRPr/>
            </a:lvl3pPr>
            <a:lvl4pPr marL="548640">
              <a:defRPr/>
            </a:lvl4pPr>
            <a:lvl5pPr marL="731520">
              <a:defRPr/>
            </a:lvl5pPr>
            <a:lvl6pPr marL="914400">
              <a:defRPr/>
            </a:lvl6pPr>
            <a:lvl7pPr marL="1097280">
              <a:defRPr/>
            </a:lvl7pPr>
            <a:lvl8pPr marL="1280160">
              <a:defRPr/>
            </a:lvl8pPr>
            <a:lvl9pPr marL="1463040">
              <a:defRPr/>
            </a:lvl9pPr>
          </a:lstStyle>
          <a:p>
            <a:pPr lvl="0"/>
            <a:r>
              <a:rPr lang="en-US"/>
              <a:t>[Optional section description]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98909E-3F3B-28FF-B01F-B77401FC0BCC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A25C0F39-45D0-48E9-90B3-7FE8FCE561C8}" type="datetime3">
              <a:rPr lang="en-US" smtClean="0"/>
              <a:t>23 December 2025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4506F2-72D4-8024-72B5-E5E4464D05D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Picture Placeholder 3">
            <a:extLst>
              <a:ext uri="{FF2B5EF4-FFF2-40B4-BE49-F238E27FC236}">
                <a16:creationId xmlns:a16="http://schemas.microsoft.com/office/drawing/2014/main" id="{6FB94CE1-6713-07D6-4B5A-4A8C98A3721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278037" y="1076324"/>
            <a:ext cx="5365748" cy="5095875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Rectangle 15">
            <a:extLst>
              <a:ext uri="{FF2B5EF4-FFF2-40B4-BE49-F238E27FC236}">
                <a16:creationId xmlns:a16="http://schemas.microsoft.com/office/drawing/2014/main" id="{F827E20F-449C-FD35-0420-0D0665538DF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6657945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B78D2D4-DCB9-0AD3-0C18-6C6757224CC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0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10600B0-1249-F5D8-D1B7-CC4F0AD64E0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004616" y="411162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105621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Half Image -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48641" y="411481"/>
            <a:ext cx="5365327" cy="1189037"/>
          </a:xfrm>
        </p:spPr>
        <p:txBody>
          <a:bodyPr anchor="t" anchorCtr="0"/>
          <a:lstStyle>
            <a:lvl1pPr>
              <a:lnSpc>
                <a:spcPct val="80000"/>
              </a:lnSpc>
              <a:defRPr sz="4000" spc="-1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FD05FCA9-6234-AA37-16E9-CA72B744A81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8640" y="2148840"/>
            <a:ext cx="5365325" cy="4023360"/>
          </a:xfrm>
        </p:spPr>
        <p:txBody>
          <a:bodyPr/>
          <a:lstStyle>
            <a:lvl1pPr marL="0" indent="0">
              <a:spcBef>
                <a:spcPts val="1000"/>
              </a:spcBef>
              <a:buFontTx/>
              <a:buNone/>
              <a:defRPr/>
            </a:lvl1pPr>
            <a:lvl2pPr marL="182880" indent="-182880">
              <a:spcBef>
                <a:spcPts val="1000"/>
              </a:spcBef>
              <a:buFont typeface="Arial" panose="020B0604020202020204" pitchFamily="34" charset="0"/>
              <a:buChar char="▪"/>
              <a:defRPr/>
            </a:lvl2pPr>
            <a:lvl3pPr marL="365760">
              <a:defRPr/>
            </a:lvl3pPr>
            <a:lvl4pPr marL="548640">
              <a:defRPr/>
            </a:lvl4pPr>
            <a:lvl5pPr marL="731520">
              <a:defRPr/>
            </a:lvl5pPr>
            <a:lvl6pPr marL="914400">
              <a:defRPr/>
            </a:lvl6pPr>
            <a:lvl7pPr marL="1097280">
              <a:defRPr/>
            </a:lvl7pPr>
            <a:lvl8pPr marL="1280160">
              <a:defRPr/>
            </a:lvl8pPr>
            <a:lvl9pPr marL="1463040">
              <a:defRPr/>
            </a:lvl9pPr>
          </a:lstStyle>
          <a:p>
            <a:pPr lvl="0"/>
            <a:r>
              <a:rPr lang="en-US"/>
              <a:t>[Optional section description]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99F1DF14-7FE6-F760-F31F-7EF2AD60D9C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278037" y="1076324"/>
            <a:ext cx="5365748" cy="5095875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223B66-3A13-0C9F-B944-AC25D742AF96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9BAF1A3D-92FA-4F24-9781-74AFA516A230}" type="datetime3">
              <a:rPr lang="en-US" smtClean="0"/>
              <a:t>23 December 2025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1544B9-C835-CF1D-D28F-2122F278951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08397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79C0D1-24E4-F8B5-5008-90B631F446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19C672-856D-4617-A693-8FE15749A9B7}" type="datetime3">
              <a:rPr lang="en-US" smtClean="0"/>
              <a:t>23 December 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FD0708B-B177-BDB5-031F-585D18C07E8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47333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Only - Black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232747-3E71-8E75-327E-02C587769F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6C764D-A39E-4C03-B161-E0BC66E8883B}" type="datetime3">
              <a:rPr lang="en-US" smtClean="0"/>
              <a:t>23 December 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6282339-D15E-F6F1-894B-9E005612155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Rectangle 15">
            <a:extLst>
              <a:ext uri="{FF2B5EF4-FFF2-40B4-BE49-F238E27FC236}">
                <a16:creationId xmlns:a16="http://schemas.microsoft.com/office/drawing/2014/main" id="{833783EA-3887-4D75-CFC6-A032432DD7A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6657945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C42907C-64C3-CBB8-169A-BB3EFFC55BCC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0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44B3BC7-1721-F04F-32EA-9BA47104C8A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004616" y="411162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406280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663EDA0-A0A8-B169-0C67-503B7AD628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3E33F9-20B7-4995-BE7D-165DBB597850}" type="datetime3">
              <a:rPr lang="en-US" smtClean="0"/>
              <a:t>23 December 2025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D91F9A-E3C3-E735-5763-00096014542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33393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888">
          <p15:clr>
            <a:srgbClr val="A4A3A4"/>
          </p15:clr>
        </p15:guide>
        <p15:guide id="2" orient="horz" pos="1008">
          <p15:clr>
            <a:srgbClr val="A4A3A4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 - Black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D7CC9F-EDC9-A6F7-DA66-4A306089A1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1C263-3501-4369-A962-62B6BF915CDE}" type="datetime3">
              <a:rPr lang="en-US" smtClean="0"/>
              <a:t>23 December 2025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9D9C3A-06B5-D7B7-AE0A-005090EAD78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Rectangle 15">
            <a:extLst>
              <a:ext uri="{FF2B5EF4-FFF2-40B4-BE49-F238E27FC236}">
                <a16:creationId xmlns:a16="http://schemas.microsoft.com/office/drawing/2014/main" id="{B76758EE-15B3-7721-5E75-E147C887068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6657945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CC5DC3A-1F9F-1C52-8FA1-007E776E4AA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0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9D1ED16-EB0F-ACBF-80D9-A9A76A8D752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004616" y="411162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743600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3888">
          <p15:clr>
            <a:srgbClr val="A4A3A4"/>
          </p15:clr>
        </p15:guide>
        <p15:guide id="2" orient="horz" pos="1008">
          <p15:clr>
            <a:srgbClr val="A4A3A4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">
            <a:extLst>
              <a:ext uri="{FF2B5EF4-FFF2-40B4-BE49-F238E27FC236}">
                <a16:creationId xmlns:a16="http://schemas.microsoft.com/office/drawing/2014/main" id="{9FBB499C-D22E-E02E-342C-293D573F4036}"/>
              </a:ext>
            </a:extLst>
          </p:cNvPr>
          <p:cNvSpPr txBox="1"/>
          <p:nvPr userDrawn="1"/>
        </p:nvSpPr>
        <p:spPr>
          <a:xfrm>
            <a:off x="548216" y="2148840"/>
            <a:ext cx="11094720" cy="13716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9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4800" cap="all" baseline="0">
                <a:solidFill>
                  <a:srgbClr val="FFCC01"/>
                </a:solidFill>
              </a:rPr>
              <a:t>THANK YOU.</a:t>
            </a:r>
          </a:p>
        </p:txBody>
      </p:sp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900DDD06-33DA-C48B-4271-22D241C5EC7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48218" y="4819414"/>
            <a:ext cx="5365749" cy="1371599"/>
          </a:xfrm>
        </p:spPr>
        <p:txBody>
          <a:bodyPr anchor="b" anchorCtr="0"/>
          <a:lstStyle>
            <a:lvl1pPr marL="0" indent="0">
              <a:spcBef>
                <a:spcPts val="0"/>
              </a:spcBef>
              <a:buFontTx/>
              <a:buNone/>
              <a:defRPr sz="1200"/>
            </a:lvl1pPr>
            <a:lvl2pPr marL="0" indent="0">
              <a:spcBef>
                <a:spcPts val="0"/>
              </a:spcBef>
              <a:buFontTx/>
              <a:buNone/>
              <a:defRPr sz="1200"/>
            </a:lvl2pPr>
            <a:lvl3pPr marL="0" indent="0">
              <a:spcBef>
                <a:spcPts val="0"/>
              </a:spcBef>
              <a:buFontTx/>
              <a:buNone/>
              <a:defRPr sz="1200"/>
            </a:lvl3pPr>
            <a:lvl4pPr marL="0" indent="0">
              <a:spcBef>
                <a:spcPts val="0"/>
              </a:spcBef>
              <a:buFontTx/>
              <a:buNone/>
              <a:defRPr sz="1200"/>
            </a:lvl4pPr>
            <a:lvl5pPr marL="0" indent="0">
              <a:spcBef>
                <a:spcPts val="0"/>
              </a:spcBef>
              <a:buFontTx/>
              <a:buNone/>
              <a:defRPr sz="1200"/>
            </a:lvl5pPr>
            <a:lvl6pPr marL="0" indent="0">
              <a:spcBef>
                <a:spcPts val="0"/>
              </a:spcBef>
              <a:buFontTx/>
              <a:buNone/>
              <a:defRPr sz="1200"/>
            </a:lvl6pPr>
            <a:lvl7pPr marL="0" indent="0">
              <a:spcBef>
                <a:spcPts val="0"/>
              </a:spcBef>
              <a:buFontTx/>
              <a:buNone/>
              <a:defRPr sz="1200"/>
            </a:lvl7pPr>
            <a:lvl8pPr marL="0" indent="0">
              <a:spcBef>
                <a:spcPts val="0"/>
              </a:spcBef>
              <a:buFontTx/>
              <a:buNone/>
              <a:defRPr sz="1200"/>
            </a:lvl8pPr>
            <a:lvl9pPr marL="0" indent="0">
              <a:spcBef>
                <a:spcPts val="0"/>
              </a:spcBef>
              <a:buFontTx/>
              <a:buNone/>
              <a:defRPr sz="1200"/>
            </a:lvl9pPr>
          </a:lstStyle>
          <a:p>
            <a:pPr lvl="0"/>
            <a:r>
              <a:rPr lang="en-US"/>
              <a:t>[Optional contact information]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D632A57-06FC-652E-6EE4-1F70D322E5B3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B06F3EBE-B2E8-4992-9F00-9E4B44F057C0}" type="datetime3">
              <a:rPr lang="en-US" smtClean="0"/>
              <a:t>23 December 2025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E1E829-FABB-578E-0154-2C87BBF4E6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3490B06-8AF4-4B9B-7F1E-C2E93EEF2F6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004616" y="411162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348933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ogo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U.S. Army" descr="U.S. Army">
            <a:extLst>
              <a:ext uri="{FF2B5EF4-FFF2-40B4-BE49-F238E27FC236}">
                <a16:creationId xmlns:a16="http://schemas.microsoft.com/office/drawing/2014/main" id="{0B06A788-76BC-690C-D43E-FC2BDE0FB20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black">
          <a:xfrm>
            <a:off x="2827020" y="2194560"/>
            <a:ext cx="6537960" cy="2468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360151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170940C-8B04-CB4D-1B44-6768963C04C7}"/>
              </a:ext>
            </a:extLst>
          </p:cNvPr>
          <p:cNvPicPr>
            <a:picLocks noChangeAspect="1"/>
          </p:cNvPicPr>
          <p:nvPr userDrawn="1"/>
        </p:nvPicPr>
        <p:blipFill>
          <a:blip r:embed="rId32"/>
          <a:srcRect l="26274" t="67"/>
          <a:stretch>
            <a:fillRect/>
          </a:stretch>
        </p:blipFill>
        <p:spPr>
          <a:xfrm>
            <a:off x="10428514" y="411481"/>
            <a:ext cx="1214844" cy="477704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48640" y="411481"/>
            <a:ext cx="8231293" cy="9144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[Slide title]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8639" y="1600198"/>
            <a:ext cx="11094720" cy="4572000"/>
          </a:xfrm>
          <a:prstGeom prst="rect">
            <a:avLst/>
          </a:prstGeom>
        </p:spPr>
        <p:txBody>
          <a:bodyPr vert="horz" lIns="0" tIns="0" rIns="0" bIns="0" spcCol="36576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Rectangle 15">
            <a:extLst>
              <a:ext uri="{FF2B5EF4-FFF2-40B4-BE49-F238E27FC236}">
                <a16:creationId xmlns:a16="http://schemas.microsoft.com/office/drawing/2014/main" id="{A505B177-5D6D-67A3-C213-FBD8A41DB44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6657945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1B11D7F-02E5-4718-D558-9A38AEFE4A3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0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B598B6A5-7EA2-1E58-A263-9A08F2A4D5D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47688" y="6629400"/>
            <a:ext cx="823912" cy="228600"/>
          </a:xfrm>
          <a:prstGeom prst="rect">
            <a:avLst/>
          </a:prstGeom>
        </p:spPr>
        <p:txBody>
          <a:bodyPr vert="horz" lIns="0" tIns="45720" rIns="0" bIns="45720" rtlCol="0" anchor="b" anchorCtr="0"/>
          <a:lstStyle>
            <a:lvl1pPr algn="l">
              <a:defRPr sz="700" b="1">
                <a:solidFill>
                  <a:schemeClr val="tx1"/>
                </a:solidFill>
              </a:defRPr>
            </a:lvl1pPr>
          </a:lstStyle>
          <a:p>
            <a:fld id="{CABCB1B0-B6E5-4DD1-BB55-95C076D6C0C8}" type="datetime3">
              <a:rPr lang="en-US" smtClean="0"/>
              <a:t>23 December 2025</a:t>
            </a:fld>
            <a:endParaRPr lang="en-US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FFA4C418-D296-ED76-977B-4AA2E1E823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0716" y="6629400"/>
            <a:ext cx="442001" cy="228600"/>
          </a:xfrm>
          <a:prstGeom prst="rect">
            <a:avLst/>
          </a:prstGeom>
        </p:spPr>
        <p:txBody>
          <a:bodyPr vert="horz" lIns="0" tIns="45720" rIns="0" bIns="45720" rtlCol="0" anchor="b" anchorCtr="0"/>
          <a:lstStyle>
            <a:lvl1pPr algn="r">
              <a:defRPr sz="700" b="1">
                <a:solidFill>
                  <a:schemeClr val="tx1"/>
                </a:solidFill>
              </a:defRPr>
            </a:lvl1pPr>
          </a:lstStyle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0" name="Picture 9" descr="A picture containing icon&#10;&#10;AI-generated content may be incorrect.">
            <a:extLst>
              <a:ext uri="{FF2B5EF4-FFF2-40B4-BE49-F238E27FC236}">
                <a16:creationId xmlns:a16="http://schemas.microsoft.com/office/drawing/2014/main" id="{84A6E5DC-D173-77B5-CFA6-9D4A8EBB00CD}"/>
              </a:ext>
            </a:extLst>
          </p:cNvPr>
          <p:cNvPicPr>
            <a:picLocks noChangeAspect="1"/>
          </p:cNvPicPr>
          <p:nvPr userDrawn="1"/>
        </p:nvPicPr>
        <p:blipFill>
          <a:blip r:embed="rId33"/>
          <a:stretch>
            <a:fillRect/>
          </a:stretch>
        </p:blipFill>
        <p:spPr>
          <a:xfrm>
            <a:off x="9926020" y="424087"/>
            <a:ext cx="502494" cy="477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001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6" r:id="rId5"/>
    <p:sldLayoutId id="2147483687" r:id="rId6"/>
    <p:sldLayoutId id="2147483688" r:id="rId7"/>
    <p:sldLayoutId id="2147483689" r:id="rId8"/>
    <p:sldLayoutId id="2147483690" r:id="rId9"/>
    <p:sldLayoutId id="2147483691" r:id="rId10"/>
    <p:sldLayoutId id="2147483692" r:id="rId11"/>
    <p:sldLayoutId id="2147483693" r:id="rId12"/>
    <p:sldLayoutId id="2147483695" r:id="rId13"/>
    <p:sldLayoutId id="2147483696" r:id="rId14"/>
    <p:sldLayoutId id="2147483697" r:id="rId15"/>
    <p:sldLayoutId id="2147483698" r:id="rId16"/>
    <p:sldLayoutId id="2147483699" r:id="rId17"/>
    <p:sldLayoutId id="2147483700" r:id="rId18"/>
    <p:sldLayoutId id="2147483701" r:id="rId19"/>
    <p:sldLayoutId id="2147483702" r:id="rId20"/>
    <p:sldLayoutId id="2147483703" r:id="rId21"/>
    <p:sldLayoutId id="2147483704" r:id="rId22"/>
    <p:sldLayoutId id="2147483705" r:id="rId23"/>
    <p:sldLayoutId id="2147483706" r:id="rId24"/>
    <p:sldLayoutId id="2147483707" r:id="rId25"/>
    <p:sldLayoutId id="2147483708" r:id="rId26"/>
    <p:sldLayoutId id="2147483709" r:id="rId27"/>
    <p:sldLayoutId id="2147483710" r:id="rId28"/>
    <p:sldLayoutId id="2147483711" r:id="rId29"/>
    <p:sldLayoutId id="2147483712" r:id="rId30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5000"/>
        </a:lnSpc>
        <a:spcBef>
          <a:spcPts val="1000"/>
        </a:spcBef>
        <a:buFont typeface="Arial" panose="020B0604020202020204" pitchFamily="34" charset="0"/>
        <a:buChar char="▪"/>
        <a:defRPr sz="1700" kern="1200">
          <a:solidFill>
            <a:schemeClr val="tx1"/>
          </a:solidFill>
          <a:latin typeface="+mn-lt"/>
          <a:ea typeface="+mn-ea"/>
          <a:cs typeface="+mn-cs"/>
        </a:defRPr>
      </a:lvl1pPr>
      <a:lvl2pPr marL="365760" indent="-182880" algn="l" defTabSz="914400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548640" indent="-182880" algn="l" defTabSz="914400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731520" indent="-182880" algn="l" defTabSz="914400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indent="-182880" algn="l" defTabSz="914400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5pPr>
      <a:lvl6pPr marL="1097280" indent="-182880" algn="l" defTabSz="914400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1280160" indent="-182880" algn="l" defTabSz="914400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7pPr>
      <a:lvl8pPr marL="1463040" indent="-182880" algn="l" defTabSz="914400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8pPr>
      <a:lvl9pPr marL="1645920" indent="-182880" algn="l" defTabSz="914400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59">
          <p15:clr>
            <a:srgbClr val="F26B43"/>
          </p15:clr>
        </p15:guide>
        <p15:guide id="2" pos="345">
          <p15:clr>
            <a:srgbClr val="F26B43"/>
          </p15:clr>
        </p15:guide>
        <p15:guide id="3" pos="7335">
          <p15:clr>
            <a:srgbClr val="F26B43"/>
          </p15:clr>
        </p15:guide>
        <p15:guide id="4" orient="horz" pos="4061">
          <p15:clr>
            <a:srgbClr val="F26B43"/>
          </p15:clr>
        </p15:guide>
        <p15:guide id="6" pos="1018">
          <p15:clr>
            <a:srgbClr val="A4A3A4"/>
          </p15:clr>
        </p15:guide>
        <p15:guide id="7" pos="1248">
          <p15:clr>
            <a:srgbClr val="A4A3A4"/>
          </p15:clr>
        </p15:guide>
        <p15:guide id="8" pos="2148">
          <p15:clr>
            <a:srgbClr val="A4A3A4"/>
          </p15:clr>
        </p15:guide>
        <p15:guide id="9" pos="3052">
          <p15:clr>
            <a:srgbClr val="A4A3A4"/>
          </p15:clr>
        </p15:guide>
        <p15:guide id="10" pos="3954">
          <p15:clr>
            <a:srgbClr val="A4A3A4"/>
          </p15:clr>
        </p15:guide>
        <p15:guide id="11" pos="3724">
          <p15:clr>
            <a:srgbClr val="A4A3A4"/>
          </p15:clr>
        </p15:guide>
        <p15:guide id="12" pos="4858">
          <p15:clr>
            <a:srgbClr val="A4A3A4"/>
          </p15:clr>
        </p15:guide>
        <p15:guide id="13" pos="5784">
          <p15:clr>
            <a:srgbClr val="A4A3A4"/>
          </p15:clr>
        </p15:guide>
        <p15:guide id="14" pos="6660">
          <p15:clr>
            <a:srgbClr val="A4A3A4"/>
          </p15:clr>
        </p15:guide>
        <p15:guide id="15" pos="1920">
          <p15:clr>
            <a:srgbClr val="A4A3A4"/>
          </p15:clr>
        </p15:guide>
        <p15:guide id="16" pos="2822">
          <p15:clr>
            <a:srgbClr val="A4A3A4"/>
          </p15:clr>
        </p15:guide>
        <p15:guide id="17" pos="4626">
          <p15:clr>
            <a:srgbClr val="A4A3A4"/>
          </p15:clr>
        </p15:guide>
        <p15:guide id="18" pos="5530">
          <p15:clr>
            <a:srgbClr val="A4A3A4"/>
          </p15:clr>
        </p15:guide>
        <p15:guide id="19" pos="6434">
          <p15:clr>
            <a:srgbClr val="A4A3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CCEDCD1-8A82-A4DE-9B35-46F95FAC732A}"/>
              </a:ext>
            </a:extLst>
          </p:cNvPr>
          <p:cNvSpPr>
            <a:spLocks noGrp="1"/>
          </p:cNvSpPr>
          <p:nvPr>
            <p:ph type="dt" sz="half" idx="49"/>
          </p:nvPr>
        </p:nvSpPr>
        <p:spPr/>
        <p:txBody>
          <a:bodyPr/>
          <a:lstStyle/>
          <a:p>
            <a:fld id="{7A3E0868-4E26-4CDC-8A56-D70E2D8B12FE}" type="datetime3">
              <a:rPr lang="en-US" smtClean="0"/>
              <a:t>23 December 2025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DFC473F-A75E-4DC2-8570-AE774BD728DD}"/>
              </a:ext>
            </a:extLst>
          </p:cNvPr>
          <p:cNvSpPr>
            <a:spLocks noGrp="1"/>
          </p:cNvSpPr>
          <p:nvPr>
            <p:ph type="sldNum" sz="quarter" idx="50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80DEDE9-4858-4C27-B4C6-4C6F5810836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FE8D803-C316-B231-5C32-BF98564CBF6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E7DFB44-CB5A-D055-D208-29292EB83BA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E27A23D-1264-C18B-8704-3BB8D3DDA81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355E2838-989D-7DF0-B18F-588792413AF1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0621F-5C65-6818-0B88-534447F06CAF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CF84DC2-27D1-49EA-21F0-873B61A4379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7AA21EBF-49CF-7D00-81EE-8DF3FE1242A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0AF38A44-B326-F4AE-602A-A0BEB3F1F435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F9A58B16-C2F4-48E1-ADC9-25487CB5A9F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Title 13">
            <a:extLst>
              <a:ext uri="{FF2B5EF4-FFF2-40B4-BE49-F238E27FC236}">
                <a16:creationId xmlns:a16="http://schemas.microsoft.com/office/drawing/2014/main" id="{EDAC0F52-3870-8062-386A-70842807E7D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cs typeface="Arial"/>
              </a:rPr>
              <a:t>Recursion</a:t>
            </a:r>
            <a:endParaRPr lang="en-US" dirty="0"/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DE5F912C-9782-F91C-A2AE-FB21D97D549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cs typeface="Arial"/>
              </a:rPr>
              <a:t>AI2C Tech Intro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81345946-3489-83E5-F7D9-C344B837A0B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>
                <a:cs typeface="Arial"/>
              </a:rPr>
              <a:t>Jul 2026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77380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6">
            <a:extLst>
              <a:ext uri="{FF2B5EF4-FFF2-40B4-BE49-F238E27FC236}">
                <a16:creationId xmlns:a16="http://schemas.microsoft.com/office/drawing/2014/main" id="{C74CE5AE-5F74-8B53-9A6A-107510D6BA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2"/>
                </a:solidFill>
                <a:ea typeface="+mj-lt"/>
                <a:cs typeface="+mj-lt"/>
              </a:rPr>
              <a:t>What is recursion? </a:t>
            </a:r>
            <a:endParaRPr lang="en-US" dirty="0">
              <a:solidFill>
                <a:schemeClr val="bg2"/>
              </a:solidFill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AC1A4853-2BE5-324F-194E-A65A4FDE24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0" tIns="0" rIns="0" bIns="0" spcCol="365760" rtlCol="0" anchor="t">
            <a:noAutofit/>
          </a:bodyPr>
          <a:lstStyle/>
          <a:p>
            <a:r>
              <a:rPr lang="en-US" sz="2800" dirty="0">
                <a:solidFill>
                  <a:schemeClr val="bg2"/>
                </a:solidFill>
                <a:ea typeface="+mn-lt"/>
                <a:cs typeface="+mn-lt"/>
              </a:rPr>
              <a:t>To understand recursion, you must understand recursion </a:t>
            </a:r>
            <a:endParaRPr lang="en-US" sz="2800">
              <a:solidFill>
                <a:schemeClr val="bg2"/>
              </a:solidFill>
              <a:cs typeface="Arial"/>
            </a:endParaRPr>
          </a:p>
          <a:p>
            <a:r>
              <a:rPr lang="en-US" sz="2800" dirty="0">
                <a:solidFill>
                  <a:schemeClr val="bg2"/>
                </a:solidFill>
                <a:ea typeface="+mn-lt"/>
                <a:cs typeface="+mn-lt"/>
              </a:rPr>
              <a:t>An algorithm that uses itself in its definition </a:t>
            </a:r>
            <a:endParaRPr lang="en-US" sz="2800" dirty="0">
              <a:solidFill>
                <a:schemeClr val="bg2"/>
              </a:solidFill>
              <a:cs typeface="Arial"/>
            </a:endParaRPr>
          </a:p>
          <a:p>
            <a:r>
              <a:rPr lang="en-US" sz="2800" dirty="0">
                <a:solidFill>
                  <a:schemeClr val="bg2"/>
                </a:solidFill>
                <a:ea typeface="+mn-lt"/>
                <a:cs typeface="+mn-lt"/>
              </a:rPr>
              <a:t>“pip installs packages” </a:t>
            </a:r>
            <a:endParaRPr lang="en-US" sz="2800" dirty="0">
              <a:solidFill>
                <a:schemeClr val="bg2"/>
              </a:solidFill>
              <a:cs typeface="Arial"/>
            </a:endParaRPr>
          </a:p>
          <a:p>
            <a:r>
              <a:rPr lang="en-US" sz="2800" dirty="0">
                <a:solidFill>
                  <a:schemeClr val="bg2"/>
                </a:solidFill>
                <a:ea typeface="+mn-lt"/>
                <a:cs typeface="+mn-lt"/>
              </a:rPr>
              <a:t>Two requirements: </a:t>
            </a:r>
            <a:endParaRPr lang="en-US" sz="2800" dirty="0">
              <a:solidFill>
                <a:schemeClr val="bg2"/>
              </a:solidFill>
              <a:cs typeface="Arial"/>
            </a:endParaRPr>
          </a:p>
          <a:p>
            <a:pPr lvl="2">
              <a:buFont typeface="Wingdings" panose="020B0604020202020204" pitchFamily="34" charset="0"/>
              <a:buChar char="§"/>
            </a:pPr>
            <a:r>
              <a:rPr lang="en-US" sz="2400" dirty="0">
                <a:solidFill>
                  <a:schemeClr val="bg2"/>
                </a:solidFill>
                <a:ea typeface="+mn-lt"/>
                <a:cs typeface="+mn-lt"/>
              </a:rPr>
              <a:t>A base case </a:t>
            </a:r>
            <a:endParaRPr lang="en-US" sz="2400">
              <a:solidFill>
                <a:schemeClr val="bg2"/>
              </a:solidFill>
              <a:cs typeface="Arial"/>
            </a:endParaRPr>
          </a:p>
          <a:p>
            <a:pPr lvl="2">
              <a:buFont typeface="Wingdings" panose="020B0604020202020204" pitchFamily="34" charset="0"/>
              <a:buChar char="§"/>
            </a:pPr>
            <a:r>
              <a:rPr lang="en-US" sz="2400" dirty="0">
                <a:solidFill>
                  <a:schemeClr val="bg2"/>
                </a:solidFill>
                <a:ea typeface="+mn-lt"/>
                <a:cs typeface="+mn-lt"/>
              </a:rPr>
              <a:t>A recursive step </a:t>
            </a:r>
            <a:endParaRPr lang="en-US" sz="2400" dirty="0">
              <a:solidFill>
                <a:schemeClr val="bg2"/>
              </a:solidFill>
              <a:cs typeface="Arial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9476938-33C4-D69D-C040-76FBCAEE76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C931E-8CBE-4A3F-A034-9B6122C6DCDB}" type="datetime3">
              <a:rPr lang="en-US" smtClean="0"/>
              <a:t>23 December 2025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98FC7C2-68FB-353B-BACE-D9C68FBC75D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2</a:t>
            </a:fld>
            <a:endParaRPr lang="en-US"/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3FC2850-EBDA-ECC8-D5D5-AEDDEECD77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01748" y="2295034"/>
            <a:ext cx="5808607" cy="3883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69339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841C788-5CC6-566B-8C8B-79DB881D15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849F3507-28F9-40B6-145B-9130D0A6E4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2"/>
                </a:solidFill>
                <a:ea typeface="+mj-lt"/>
                <a:cs typeface="+mj-lt"/>
              </a:rPr>
              <a:t>Terms</a:t>
            </a:r>
            <a:endParaRPr lang="en-US" dirty="0">
              <a:solidFill>
                <a:schemeClr val="bg2"/>
              </a:solidFill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BFC150A5-DCB5-8402-6493-DC5B1240019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 vert="horz" lIns="0" tIns="0" rIns="0" bIns="0" spcCol="365760" rtlCol="0" anchor="t">
            <a:noAutofit/>
          </a:bodyPr>
          <a:lstStyle/>
          <a:p>
            <a:r>
              <a:rPr lang="en-US" sz="2800" dirty="0">
                <a:solidFill>
                  <a:schemeClr val="bg2"/>
                </a:solidFill>
                <a:ea typeface="+mn-lt"/>
                <a:cs typeface="+mn-lt"/>
              </a:rPr>
              <a:t>Base case: </a:t>
            </a:r>
            <a:endParaRPr lang="en-US" sz="2800" dirty="0">
              <a:solidFill>
                <a:schemeClr val="bg2"/>
              </a:solidFill>
              <a:cs typeface="Arial"/>
            </a:endParaRPr>
          </a:p>
          <a:p>
            <a:pPr lvl="2">
              <a:buFont typeface="Wingdings" panose="020B0604020202020204" pitchFamily="34" charset="0"/>
              <a:buChar char="§"/>
            </a:pPr>
            <a:r>
              <a:rPr lang="en-US" sz="2400" dirty="0">
                <a:solidFill>
                  <a:schemeClr val="bg2"/>
                </a:solidFill>
                <a:ea typeface="+mn-lt"/>
                <a:cs typeface="+mn-lt"/>
              </a:rPr>
              <a:t>The “terminating step” </a:t>
            </a:r>
            <a:endParaRPr lang="en-US" sz="2400" dirty="0">
              <a:solidFill>
                <a:schemeClr val="bg2"/>
              </a:solidFill>
              <a:cs typeface="Arial"/>
            </a:endParaRPr>
          </a:p>
          <a:p>
            <a:pPr lvl="2">
              <a:buFont typeface="Wingdings" panose="020B0604020202020204" pitchFamily="34" charset="0"/>
              <a:buChar char="§"/>
            </a:pPr>
            <a:r>
              <a:rPr lang="en-US" sz="2400" dirty="0">
                <a:solidFill>
                  <a:schemeClr val="bg2"/>
                </a:solidFill>
                <a:ea typeface="+mn-lt"/>
                <a:cs typeface="+mn-lt"/>
              </a:rPr>
              <a:t>How does the recursion stop?</a:t>
            </a:r>
            <a:r>
              <a:rPr lang="en-US" sz="2800" dirty="0">
                <a:solidFill>
                  <a:schemeClr val="bg2"/>
                </a:solidFill>
                <a:ea typeface="+mn-lt"/>
                <a:cs typeface="+mn-lt"/>
              </a:rPr>
              <a:t> </a:t>
            </a:r>
            <a:endParaRPr lang="en-US" sz="2800">
              <a:solidFill>
                <a:schemeClr val="bg2"/>
              </a:solidFill>
              <a:cs typeface="Arial"/>
            </a:endParaRPr>
          </a:p>
          <a:p>
            <a:endParaRPr lang="en-US" sz="2800" dirty="0">
              <a:cs typeface="Arial"/>
            </a:endParaRPr>
          </a:p>
          <a:p>
            <a:endParaRPr lang="en-US" sz="2800" dirty="0">
              <a:cs typeface="Arial"/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918D997A-0A06-7B06-E6AF-CC7A114B979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 vert="horz" lIns="0" tIns="0" rIns="0" bIns="0" spcCol="365760" rtlCol="0" anchor="t">
            <a:noAutofit/>
          </a:bodyPr>
          <a:lstStyle/>
          <a:p>
            <a:r>
              <a:rPr lang="en-US" sz="2800" dirty="0">
                <a:solidFill>
                  <a:schemeClr val="bg2"/>
                </a:solidFill>
                <a:ea typeface="+mn-lt"/>
                <a:cs typeface="+mn-lt"/>
              </a:rPr>
              <a:t>Recursive step: </a:t>
            </a:r>
          </a:p>
          <a:p>
            <a:pPr lvl="2">
              <a:buFont typeface="Wingdings" panose="020B0604020202020204" pitchFamily="34" charset="0"/>
              <a:buChar char="§"/>
            </a:pPr>
            <a:r>
              <a:rPr lang="en-US" sz="2400" dirty="0">
                <a:solidFill>
                  <a:schemeClr val="bg2"/>
                </a:solidFill>
                <a:ea typeface="+mn-lt"/>
                <a:cs typeface="+mn-lt"/>
              </a:rPr>
              <a:t>Decreases the size of the input </a:t>
            </a:r>
            <a:endParaRPr lang="en-US" sz="2400">
              <a:solidFill>
                <a:schemeClr val="bg2"/>
              </a:solidFill>
              <a:cs typeface="Arial"/>
            </a:endParaRPr>
          </a:p>
          <a:p>
            <a:pPr lvl="2">
              <a:buFont typeface="Wingdings" panose="020B0604020202020204" pitchFamily="34" charset="0"/>
              <a:buChar char="§"/>
            </a:pPr>
            <a:r>
              <a:rPr lang="en-US" sz="2400" dirty="0">
                <a:solidFill>
                  <a:schemeClr val="bg2"/>
                </a:solidFill>
                <a:ea typeface="+mn-lt"/>
                <a:cs typeface="+mn-lt"/>
              </a:rPr>
              <a:t>Passes smaller input to a new instance of itself </a:t>
            </a:r>
            <a:endParaRPr lang="en-US" sz="2400">
              <a:solidFill>
                <a:schemeClr val="bg2"/>
              </a:solidFill>
              <a:cs typeface="Arial"/>
            </a:endParaRPr>
          </a:p>
          <a:p>
            <a:endParaRPr lang="en-US" sz="2800" dirty="0">
              <a:cs typeface="Arial"/>
            </a:endParaRPr>
          </a:p>
          <a:p>
            <a:endParaRPr lang="en-US" sz="2800" dirty="0">
              <a:cs typeface="Arial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14B72B-9E70-9CC0-DC74-439A9A8FC9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22D1A-DF83-41A8-85FF-04D90BF831D3}" type="datetime3">
              <a:rPr lang="en-US" smtClean="0"/>
              <a:t>23 December 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404CBC0-83C1-23F6-0F4F-813A99E31A7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89638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9E56E2B-F7F0-66BD-FE9C-392C14379B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2"/>
                </a:solidFill>
                <a:ea typeface="+mj-lt"/>
                <a:cs typeface="+mj-lt"/>
              </a:rPr>
              <a:t>An example </a:t>
            </a:r>
            <a:endParaRPr lang="en-US" dirty="0">
              <a:solidFill>
                <a:schemeClr val="bg2"/>
              </a:solidFill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7ED88B9-3357-EC07-CBC8-2BC307869C6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 vert="horz" lIns="0" tIns="0" rIns="0" bIns="0" spcCol="365760" rtlCol="0" anchor="t">
            <a:noAutofit/>
          </a:bodyPr>
          <a:lstStyle/>
          <a:p>
            <a:r>
              <a:rPr lang="en-US" sz="2800" dirty="0">
                <a:solidFill>
                  <a:schemeClr val="bg2"/>
                </a:solidFill>
                <a:ea typeface="+mn-lt"/>
                <a:cs typeface="+mn-lt"/>
              </a:rPr>
              <a:t>What is(are) the base case(s)? </a:t>
            </a:r>
            <a:endParaRPr lang="en-US" sz="2800" dirty="0">
              <a:solidFill>
                <a:schemeClr val="bg2"/>
              </a:solidFill>
              <a:cs typeface="Arial"/>
            </a:endParaRPr>
          </a:p>
          <a:p>
            <a:r>
              <a:rPr lang="en-US" sz="2800" dirty="0">
                <a:solidFill>
                  <a:schemeClr val="bg2"/>
                </a:solidFill>
                <a:ea typeface="+mn-lt"/>
                <a:cs typeface="+mn-lt"/>
              </a:rPr>
              <a:t>What is(are) the recursive step(s)? </a:t>
            </a:r>
            <a:endParaRPr lang="en-US" sz="2800" dirty="0">
              <a:solidFill>
                <a:schemeClr val="bg2"/>
              </a:solidFill>
              <a:cs typeface="Arial"/>
            </a:endParaRPr>
          </a:p>
          <a:p>
            <a:r>
              <a:rPr lang="en-US" sz="2800" dirty="0">
                <a:solidFill>
                  <a:schemeClr val="bg2"/>
                </a:solidFill>
                <a:ea typeface="+mn-lt"/>
                <a:cs typeface="+mn-lt"/>
              </a:rPr>
              <a:t>The input datatype doesn’t change </a:t>
            </a:r>
            <a:endParaRPr lang="en-US" sz="2800" dirty="0">
              <a:solidFill>
                <a:schemeClr val="bg2"/>
              </a:solidFill>
              <a:cs typeface="Arial"/>
            </a:endParaRPr>
          </a:p>
          <a:p>
            <a:r>
              <a:rPr lang="en-US" sz="2800" dirty="0">
                <a:solidFill>
                  <a:schemeClr val="bg2"/>
                </a:solidFill>
                <a:ea typeface="+mn-lt"/>
                <a:cs typeface="+mn-lt"/>
              </a:rPr>
              <a:t>Small demo </a:t>
            </a:r>
            <a:endParaRPr lang="en-US" sz="2800">
              <a:solidFill>
                <a:schemeClr val="bg2"/>
              </a:solidFill>
              <a:cs typeface="Arial"/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4E78C1C-E064-347C-2437-40225FA9E3E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 vert="horz" lIns="0" tIns="0" rIns="0" bIns="0" spcCol="365760" rtlCol="0" anchor="t">
            <a:noAutofit/>
          </a:bodyPr>
          <a:lstStyle/>
          <a:p>
            <a:pPr marL="0" indent="0">
              <a:buNone/>
            </a:pPr>
            <a:r>
              <a:rPr lang="en-US" sz="2800">
                <a:solidFill>
                  <a:schemeClr val="bg2"/>
                </a:solidFill>
                <a:ea typeface="+mn-lt"/>
                <a:cs typeface="+mn-lt"/>
              </a:rPr>
              <a:t>def factorial(n: int): </a:t>
            </a:r>
            <a:endParaRPr lang="en-US"/>
          </a:p>
          <a:p>
            <a:pPr marL="0" indent="0">
              <a:buNone/>
            </a:pPr>
            <a:r>
              <a:rPr lang="en-US" sz="2800" dirty="0">
                <a:solidFill>
                  <a:schemeClr val="bg2"/>
                </a:solidFill>
                <a:ea typeface="+mn-lt"/>
                <a:cs typeface="+mn-lt"/>
              </a:rPr>
              <a:t>    if n == 1 or n == 0: </a:t>
            </a:r>
            <a:endParaRPr lang="en-US" sz="2800" dirty="0">
              <a:solidFill>
                <a:schemeClr val="bg2"/>
              </a:solidFill>
              <a:cs typeface="Arial"/>
            </a:endParaRPr>
          </a:p>
          <a:p>
            <a:pPr marL="0" indent="0">
              <a:buNone/>
            </a:pPr>
            <a:r>
              <a:rPr lang="en-US" sz="2800" dirty="0">
                <a:solidFill>
                  <a:schemeClr val="bg2"/>
                </a:solidFill>
                <a:ea typeface="+mn-lt"/>
                <a:cs typeface="+mn-lt"/>
              </a:rPr>
              <a:t>        return 1 </a:t>
            </a:r>
            <a:endParaRPr lang="en-US" sz="2800" dirty="0">
              <a:solidFill>
                <a:schemeClr val="bg2"/>
              </a:solidFill>
              <a:cs typeface="Arial"/>
            </a:endParaRPr>
          </a:p>
          <a:p>
            <a:pPr marL="0" indent="0">
              <a:buNone/>
            </a:pPr>
            <a:r>
              <a:rPr lang="en-US" sz="2800" dirty="0">
                <a:solidFill>
                  <a:schemeClr val="bg2"/>
                </a:solidFill>
                <a:ea typeface="+mn-lt"/>
                <a:cs typeface="+mn-lt"/>
              </a:rPr>
              <a:t>    return n * factorial(n - 1) </a:t>
            </a:r>
            <a:endParaRPr lang="en-US" sz="2800" dirty="0">
              <a:solidFill>
                <a:schemeClr val="bg2"/>
              </a:solidFill>
              <a:cs typeface="Arial"/>
            </a:endParaRPr>
          </a:p>
          <a:p>
            <a:endParaRPr lang="en-US" sz="2800" dirty="0">
              <a:cs typeface="Arial"/>
            </a:endParaRPr>
          </a:p>
          <a:p>
            <a:endParaRPr lang="en-US" sz="2800" dirty="0">
              <a:cs typeface="Arial"/>
            </a:endParaRPr>
          </a:p>
          <a:p>
            <a:endParaRPr lang="en-US" sz="2800" dirty="0">
              <a:cs typeface="Arial"/>
            </a:endParaRPr>
          </a:p>
          <a:p>
            <a:endParaRPr lang="en-US" sz="2800" dirty="0">
              <a:cs typeface="Arial"/>
            </a:endParaRPr>
          </a:p>
          <a:p>
            <a:endParaRPr lang="en-US" sz="2800" dirty="0">
              <a:cs typeface="Arial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AE2388-31A1-DD2E-2E5F-A5BD9A2178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22D1A-DF83-41A8-85FF-04D90BF831D3}" type="datetime3">
              <a:rPr lang="en-US" smtClean="0"/>
              <a:t>23 December 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4E1A057-81B7-19AA-B0FD-7BF9FCA712C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FC557D8-258A-C949-B209-BC04A1B7A79E}"/>
              </a:ext>
            </a:extLst>
          </p:cNvPr>
          <p:cNvSpPr/>
          <p:nvPr/>
        </p:nvSpPr>
        <p:spPr>
          <a:xfrm>
            <a:off x="6631063" y="2144664"/>
            <a:ext cx="3132635" cy="99530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533BB373-BF1B-53C3-737E-0C82DCCD5BA7}"/>
              </a:ext>
            </a:extLst>
          </p:cNvPr>
          <p:cNvCxnSpPr>
            <a:cxnSpLocks/>
          </p:cNvCxnSpPr>
          <p:nvPr/>
        </p:nvCxnSpPr>
        <p:spPr>
          <a:xfrm>
            <a:off x="5407780" y="2008651"/>
            <a:ext cx="1210143" cy="25923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7F951129-8AE4-CE91-5264-25473EC09FB5}"/>
              </a:ext>
            </a:extLst>
          </p:cNvPr>
          <p:cNvSpPr/>
          <p:nvPr/>
        </p:nvSpPr>
        <p:spPr>
          <a:xfrm>
            <a:off x="8202701" y="3182938"/>
            <a:ext cx="2386472" cy="499410"/>
          </a:xfrm>
          <a:prstGeom prst="rect">
            <a:avLst/>
          </a:prstGeom>
          <a:noFill/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F2DAE432-D17D-E92F-B1C9-560B92E49FD0}"/>
              </a:ext>
            </a:extLst>
          </p:cNvPr>
          <p:cNvCxnSpPr>
            <a:cxnSpLocks/>
          </p:cNvCxnSpPr>
          <p:nvPr/>
        </p:nvCxnSpPr>
        <p:spPr>
          <a:xfrm>
            <a:off x="4646198" y="2637165"/>
            <a:ext cx="3556503" cy="5851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851402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B62E08C-D8E9-E420-B456-14B024EB73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6">
            <a:extLst>
              <a:ext uri="{FF2B5EF4-FFF2-40B4-BE49-F238E27FC236}">
                <a16:creationId xmlns:a16="http://schemas.microsoft.com/office/drawing/2014/main" id="{D9D6B5ED-2925-DE99-23A7-267959C0A4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>
                <a:solidFill>
                  <a:schemeClr val="bg2"/>
                </a:solidFill>
                <a:ea typeface="+mj-lt"/>
                <a:cs typeface="+mj-lt"/>
              </a:rPr>
              <a:t>Order of Execution / Return Values </a:t>
            </a:r>
            <a:endParaRPr lang="en-US" sz="2800" dirty="0">
              <a:solidFill>
                <a:schemeClr val="bg2"/>
              </a:solidFill>
              <a:cs typeface="Arial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80C5A67-1B49-77FA-382B-1EA79A286B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C931E-8CBE-4A3F-A034-9B6122C6DCDB}" type="datetime3">
              <a:rPr lang="en-US" smtClean="0"/>
              <a:t>23 December 2025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14B0882-5502-0C67-CC8B-F2FB394F67B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5</a:t>
            </a:fld>
            <a:endParaRPr lang="en-US"/>
          </a:p>
        </p:txBody>
      </p:sp>
      <p:pic>
        <p:nvPicPr>
          <p:cNvPr id="6" name="Content Placeholder 5" descr="A diagram of a number of numbers&#10;&#10;AI-generated content may be incorrect.">
            <a:extLst>
              <a:ext uri="{FF2B5EF4-FFF2-40B4-BE49-F238E27FC236}">
                <a16:creationId xmlns:a16="http://schemas.microsoft.com/office/drawing/2014/main" id="{DFC77474-3F77-430C-605B-F55DB44BB6E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91219" y="1259269"/>
            <a:ext cx="6619218" cy="5372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17762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984C692-7405-C414-BC2E-3901E54017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6">
            <a:extLst>
              <a:ext uri="{FF2B5EF4-FFF2-40B4-BE49-F238E27FC236}">
                <a16:creationId xmlns:a16="http://schemas.microsoft.com/office/drawing/2014/main" id="{781F8F51-E9DE-E4CD-FC68-73D403BD90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2"/>
                </a:solidFill>
                <a:ea typeface="+mj-lt"/>
                <a:cs typeface="+mj-lt"/>
              </a:rPr>
              <a:t>On Your Own </a:t>
            </a:r>
            <a:endParaRPr lang="en-US" dirty="0"/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3FAFC905-7224-8A1C-A820-490548353D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640" y="1679025"/>
            <a:ext cx="10697101" cy="4493173"/>
          </a:xfrm>
        </p:spPr>
        <p:txBody>
          <a:bodyPr vert="horz" lIns="0" tIns="0" rIns="0" bIns="0" spcCol="365760" rtlCol="0" anchor="t">
            <a:noAutofit/>
          </a:bodyPr>
          <a:lstStyle/>
          <a:p>
            <a:r>
              <a:rPr lang="en-US" sz="2800" dirty="0">
                <a:solidFill>
                  <a:schemeClr val="bg2"/>
                </a:solidFill>
                <a:ea typeface="+mn-lt"/>
                <a:cs typeface="+mn-lt"/>
              </a:rPr>
              <a:t>Calculate the sum of a list of numbers using recursion </a:t>
            </a:r>
            <a:endParaRPr lang="en-US" sz="2800" dirty="0">
              <a:solidFill>
                <a:schemeClr val="bg2"/>
              </a:solidFill>
              <a:cs typeface="Arial"/>
            </a:endParaRPr>
          </a:p>
          <a:p>
            <a:r>
              <a:rPr lang="en-US" sz="2800" dirty="0">
                <a:solidFill>
                  <a:schemeClr val="bg2"/>
                </a:solidFill>
                <a:ea typeface="+mn-lt"/>
                <a:cs typeface="+mn-lt"/>
              </a:rPr>
              <a:t>What is(are) the base case(s)? </a:t>
            </a:r>
            <a:endParaRPr lang="en-US" sz="2800" dirty="0">
              <a:solidFill>
                <a:schemeClr val="bg2"/>
              </a:solidFill>
              <a:cs typeface="Arial"/>
            </a:endParaRPr>
          </a:p>
          <a:p>
            <a:r>
              <a:rPr lang="en-US" sz="2800" dirty="0">
                <a:solidFill>
                  <a:schemeClr val="bg2"/>
                </a:solidFill>
                <a:ea typeface="+mn-lt"/>
                <a:cs typeface="+mn-lt"/>
              </a:rPr>
              <a:t>What is(are) the recursive step(s)? </a:t>
            </a:r>
            <a:endParaRPr lang="en-US" sz="2800" dirty="0">
              <a:solidFill>
                <a:schemeClr val="bg2"/>
              </a:solidFill>
              <a:cs typeface="Arial"/>
            </a:endParaRPr>
          </a:p>
          <a:p>
            <a:r>
              <a:rPr lang="en-US" sz="2800" dirty="0">
                <a:solidFill>
                  <a:schemeClr val="bg2"/>
                </a:solidFill>
                <a:ea typeface="+mn-lt"/>
                <a:cs typeface="+mn-lt"/>
              </a:rPr>
              <a:t>(be careful about passing lists around) </a:t>
            </a:r>
            <a:endParaRPr lang="en-US" sz="2800">
              <a:solidFill>
                <a:schemeClr val="bg2"/>
              </a:solidFill>
              <a:cs typeface="Arial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C28B047-408A-DB11-E9B2-C6E361C0C2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C931E-8CBE-4A3F-A034-9B6122C6DCDB}" type="datetime3">
              <a:rPr lang="en-US" smtClean="0"/>
              <a:t>23 December 2025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9E8C944-837C-7A91-2DDE-93D8564D4D3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08666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FF8C2BE-F51C-A407-52ED-1EC9A2CC5E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6">
            <a:extLst>
              <a:ext uri="{FF2B5EF4-FFF2-40B4-BE49-F238E27FC236}">
                <a16:creationId xmlns:a16="http://schemas.microsoft.com/office/drawing/2014/main" id="{A2FDC9E7-21EB-3E02-7165-0C3B6CBBCA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2"/>
                </a:solidFill>
                <a:ea typeface="+mj-lt"/>
                <a:cs typeface="+mj-lt"/>
              </a:rPr>
              <a:t>A solution </a:t>
            </a:r>
            <a:endParaRPr lang="en-US" dirty="0">
              <a:solidFill>
                <a:schemeClr val="bg2"/>
              </a:solidFill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79B73CC7-CEAA-CDBB-60E0-B9636C0626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0" tIns="0" rIns="0" bIns="0" spcCol="365760" rtlCol="0" anchor="t">
            <a:no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chemeClr val="bg2"/>
                </a:solidFill>
                <a:ea typeface="+mn-lt"/>
                <a:cs typeface="+mn-lt"/>
              </a:rPr>
              <a:t>def </a:t>
            </a:r>
            <a:r>
              <a:rPr lang="en-US" sz="2400" dirty="0" err="1">
                <a:solidFill>
                  <a:schemeClr val="bg2"/>
                </a:solidFill>
                <a:ea typeface="+mn-lt"/>
                <a:cs typeface="+mn-lt"/>
              </a:rPr>
              <a:t>re_sum_one</a:t>
            </a:r>
            <a:r>
              <a:rPr lang="en-US" sz="2400" dirty="0">
                <a:solidFill>
                  <a:schemeClr val="bg2"/>
                </a:solidFill>
                <a:ea typeface="+mn-lt"/>
                <a:cs typeface="+mn-lt"/>
              </a:rPr>
              <a:t>(</a:t>
            </a:r>
            <a:r>
              <a:rPr lang="en-US" sz="2400" dirty="0" err="1">
                <a:solidFill>
                  <a:schemeClr val="bg2"/>
                </a:solidFill>
                <a:ea typeface="+mn-lt"/>
                <a:cs typeface="+mn-lt"/>
              </a:rPr>
              <a:t>num_list</a:t>
            </a:r>
            <a:r>
              <a:rPr lang="en-US" sz="2400" dirty="0">
                <a:solidFill>
                  <a:schemeClr val="bg2"/>
                </a:solidFill>
                <a:ea typeface="+mn-lt"/>
                <a:cs typeface="+mn-lt"/>
              </a:rPr>
              <a:t>: list[int]) -&gt; int: </a:t>
            </a:r>
            <a:endParaRPr lang="en-US" sz="2400" dirty="0">
              <a:solidFill>
                <a:schemeClr val="bg2"/>
              </a:solidFill>
              <a:cs typeface="Arial"/>
            </a:endParaRPr>
          </a:p>
          <a:p>
            <a:pPr marL="0" indent="0">
              <a:buNone/>
            </a:pPr>
            <a:r>
              <a:rPr lang="en-US" sz="2400" dirty="0">
                <a:solidFill>
                  <a:schemeClr val="bg2"/>
                </a:solidFill>
                <a:ea typeface="+mn-lt"/>
                <a:cs typeface="+mn-lt"/>
              </a:rPr>
              <a:t>    if </a:t>
            </a:r>
            <a:r>
              <a:rPr lang="en-US" sz="2400" dirty="0" err="1">
                <a:solidFill>
                  <a:schemeClr val="bg2"/>
                </a:solidFill>
                <a:ea typeface="+mn-lt"/>
                <a:cs typeface="+mn-lt"/>
              </a:rPr>
              <a:t>len</a:t>
            </a:r>
            <a:r>
              <a:rPr lang="en-US" sz="2400" dirty="0">
                <a:solidFill>
                  <a:schemeClr val="bg2"/>
                </a:solidFill>
                <a:ea typeface="+mn-lt"/>
                <a:cs typeface="+mn-lt"/>
              </a:rPr>
              <a:t>(</a:t>
            </a:r>
            <a:r>
              <a:rPr lang="en-US" sz="2400" dirty="0" err="1">
                <a:solidFill>
                  <a:schemeClr val="bg2"/>
                </a:solidFill>
                <a:ea typeface="+mn-lt"/>
                <a:cs typeface="+mn-lt"/>
              </a:rPr>
              <a:t>num_list</a:t>
            </a:r>
            <a:r>
              <a:rPr lang="en-US" sz="2400" dirty="0">
                <a:solidFill>
                  <a:schemeClr val="bg2"/>
                </a:solidFill>
                <a:ea typeface="+mn-lt"/>
                <a:cs typeface="+mn-lt"/>
              </a:rPr>
              <a:t>) == 1: </a:t>
            </a:r>
            <a:endParaRPr lang="en-US" sz="2400" dirty="0">
              <a:solidFill>
                <a:schemeClr val="bg2"/>
              </a:solidFill>
              <a:cs typeface="Arial"/>
            </a:endParaRPr>
          </a:p>
          <a:p>
            <a:pPr marL="0" indent="0">
              <a:buNone/>
            </a:pPr>
            <a:r>
              <a:rPr lang="en-US" sz="2400" dirty="0">
                <a:solidFill>
                  <a:schemeClr val="bg2"/>
                </a:solidFill>
                <a:ea typeface="+mn-lt"/>
                <a:cs typeface="+mn-lt"/>
              </a:rPr>
              <a:t>        return </a:t>
            </a:r>
            <a:r>
              <a:rPr lang="en-US" sz="2400" dirty="0" err="1">
                <a:solidFill>
                  <a:schemeClr val="bg2"/>
                </a:solidFill>
                <a:ea typeface="+mn-lt"/>
                <a:cs typeface="+mn-lt"/>
              </a:rPr>
              <a:t>num_list.pop</a:t>
            </a:r>
            <a:r>
              <a:rPr lang="en-US" sz="2400" dirty="0">
                <a:solidFill>
                  <a:schemeClr val="bg2"/>
                </a:solidFill>
                <a:ea typeface="+mn-lt"/>
                <a:cs typeface="+mn-lt"/>
              </a:rPr>
              <a:t>()</a:t>
            </a:r>
            <a:endParaRPr lang="en-US" sz="2400" dirty="0">
              <a:solidFill>
                <a:schemeClr val="bg2"/>
              </a:solidFill>
              <a:cs typeface="Arial"/>
            </a:endParaRPr>
          </a:p>
          <a:p>
            <a:endParaRPr lang="en-US" sz="2400" dirty="0">
              <a:cs typeface="Arial"/>
            </a:endParaRPr>
          </a:p>
          <a:p>
            <a:pPr marL="0" indent="0">
              <a:buNone/>
            </a:pPr>
            <a:r>
              <a:rPr lang="en-US" sz="2400" dirty="0">
                <a:solidFill>
                  <a:schemeClr val="bg2"/>
                </a:solidFill>
                <a:ea typeface="+mn-lt"/>
                <a:cs typeface="+mn-lt"/>
              </a:rPr>
              <a:t>    last = </a:t>
            </a:r>
            <a:r>
              <a:rPr lang="en-US" sz="2400" dirty="0" err="1">
                <a:solidFill>
                  <a:schemeClr val="bg2"/>
                </a:solidFill>
                <a:ea typeface="+mn-lt"/>
                <a:cs typeface="+mn-lt"/>
              </a:rPr>
              <a:t>num_list.pop</a:t>
            </a:r>
            <a:r>
              <a:rPr lang="en-US" sz="2400" dirty="0">
                <a:solidFill>
                  <a:schemeClr val="bg2"/>
                </a:solidFill>
                <a:ea typeface="+mn-lt"/>
                <a:cs typeface="+mn-lt"/>
              </a:rPr>
              <a:t>() </a:t>
            </a:r>
            <a:endParaRPr lang="en-US" sz="2400" dirty="0">
              <a:solidFill>
                <a:schemeClr val="bg2"/>
              </a:solidFill>
              <a:cs typeface="Arial"/>
            </a:endParaRPr>
          </a:p>
          <a:p>
            <a:pPr marL="0" indent="0">
              <a:buNone/>
            </a:pPr>
            <a:r>
              <a:rPr lang="en-US" sz="2400" dirty="0">
                <a:solidFill>
                  <a:schemeClr val="bg2"/>
                </a:solidFill>
                <a:ea typeface="+mn-lt"/>
                <a:cs typeface="+mn-lt"/>
              </a:rPr>
              <a:t>    print(</a:t>
            </a:r>
            <a:r>
              <a:rPr lang="en-US" sz="2400" dirty="0" err="1">
                <a:solidFill>
                  <a:schemeClr val="bg2"/>
                </a:solidFill>
                <a:ea typeface="+mn-lt"/>
                <a:cs typeface="+mn-lt"/>
              </a:rPr>
              <a:t>f"Calculating</a:t>
            </a:r>
            <a:r>
              <a:rPr lang="en-US" sz="2400" dirty="0">
                <a:solidFill>
                  <a:schemeClr val="bg2"/>
                </a:solidFill>
                <a:ea typeface="+mn-lt"/>
                <a:cs typeface="+mn-lt"/>
              </a:rPr>
              <a:t> {</a:t>
            </a:r>
            <a:r>
              <a:rPr lang="en-US" sz="2400" dirty="0" err="1">
                <a:solidFill>
                  <a:schemeClr val="bg2"/>
                </a:solidFill>
                <a:ea typeface="+mn-lt"/>
                <a:cs typeface="+mn-lt"/>
              </a:rPr>
              <a:t>num_list</a:t>
            </a:r>
            <a:r>
              <a:rPr lang="en-US" sz="2400" dirty="0">
                <a:solidFill>
                  <a:schemeClr val="bg2"/>
                </a:solidFill>
                <a:ea typeface="+mn-lt"/>
                <a:cs typeface="+mn-lt"/>
              </a:rPr>
              <a:t>[:]} + {last}") </a:t>
            </a:r>
            <a:endParaRPr lang="en-US" sz="2400">
              <a:solidFill>
                <a:schemeClr val="bg2"/>
              </a:solidFill>
              <a:cs typeface="Arial"/>
            </a:endParaRPr>
          </a:p>
          <a:p>
            <a:pPr marL="0" indent="0">
              <a:buNone/>
            </a:pPr>
            <a:r>
              <a:rPr lang="en-US" sz="2400" dirty="0">
                <a:solidFill>
                  <a:schemeClr val="bg2"/>
                </a:solidFill>
                <a:ea typeface="+mn-lt"/>
                <a:cs typeface="+mn-lt"/>
              </a:rPr>
              <a:t>    return </a:t>
            </a:r>
            <a:r>
              <a:rPr lang="en-US" sz="2400" dirty="0" err="1">
                <a:solidFill>
                  <a:schemeClr val="bg2"/>
                </a:solidFill>
                <a:ea typeface="+mn-lt"/>
                <a:cs typeface="+mn-lt"/>
              </a:rPr>
              <a:t>re_sum_one</a:t>
            </a:r>
            <a:r>
              <a:rPr lang="en-US" sz="2400" dirty="0">
                <a:solidFill>
                  <a:schemeClr val="bg2"/>
                </a:solidFill>
                <a:ea typeface="+mn-lt"/>
                <a:cs typeface="+mn-lt"/>
              </a:rPr>
              <a:t>(</a:t>
            </a:r>
            <a:r>
              <a:rPr lang="en-US" sz="2400" dirty="0" err="1">
                <a:solidFill>
                  <a:schemeClr val="bg2"/>
                </a:solidFill>
                <a:ea typeface="+mn-lt"/>
                <a:cs typeface="+mn-lt"/>
              </a:rPr>
              <a:t>num_list</a:t>
            </a:r>
            <a:r>
              <a:rPr lang="en-US" sz="2400" dirty="0">
                <a:solidFill>
                  <a:schemeClr val="bg2"/>
                </a:solidFill>
                <a:ea typeface="+mn-lt"/>
                <a:cs typeface="+mn-lt"/>
              </a:rPr>
              <a:t>[:]) + last </a:t>
            </a:r>
            <a:endParaRPr lang="en-US" sz="2400">
              <a:solidFill>
                <a:schemeClr val="bg2"/>
              </a:solidFill>
              <a:cs typeface="Arial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D94F464-22ED-B80D-B26B-1C0C1AC0AB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C931E-8CBE-4A3F-A034-9B6122C6DCDB}" type="datetime3">
              <a:rPr lang="en-US" smtClean="0"/>
              <a:t>23 December 2025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4B67D40-FDA9-45B1-4452-F7C9D423DBA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61688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15F3023-3991-9C35-517F-75802E03CF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119F8A85-E826-0340-70C6-87078DF12B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2"/>
                </a:solidFill>
                <a:ea typeface="+mj-lt"/>
                <a:cs typeface="+mj-lt"/>
              </a:rPr>
              <a:t>More about stacks </a:t>
            </a:r>
            <a:endParaRPr lang="en-US" dirty="0">
              <a:solidFill>
                <a:schemeClr val="bg2"/>
              </a:solidFill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4C1CAC4-26E7-B5A5-645A-A1BE7762CC9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 vert="horz" lIns="0" tIns="0" rIns="0" bIns="0" spcCol="365760" rtlCol="0" anchor="t">
            <a:noAutofit/>
          </a:bodyPr>
          <a:lstStyle/>
          <a:p>
            <a:endParaRPr lang="en-US" dirty="0">
              <a:solidFill>
                <a:schemeClr val="bg2"/>
              </a:solidFill>
              <a:cs typeface="Arial"/>
            </a:endParaRPr>
          </a:p>
          <a:p>
            <a:pPr marL="0" indent="0">
              <a:buNone/>
            </a:pPr>
            <a:endParaRPr lang="en-US" dirty="0">
              <a:cs typeface="Arial"/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3F7E81D0-341C-5485-E81E-AFBEE57A8D4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 vert="horz" lIns="0" tIns="0" rIns="0" bIns="0" spcCol="365760" rtlCol="0" anchor="t">
            <a:noAutofit/>
          </a:bodyPr>
          <a:lstStyle/>
          <a:p>
            <a:r>
              <a:rPr lang="en-US" sz="2800" dirty="0">
                <a:solidFill>
                  <a:schemeClr val="bg2"/>
                </a:solidFill>
                <a:ea typeface="+mn-lt"/>
                <a:cs typeface="+mn-lt"/>
              </a:rPr>
              <a:t>What bad things can happen here? </a:t>
            </a:r>
            <a:endParaRPr lang="en-US" sz="2800" dirty="0">
              <a:solidFill>
                <a:schemeClr val="bg2"/>
              </a:solidFill>
              <a:cs typeface="Arial"/>
            </a:endParaRPr>
          </a:p>
          <a:p>
            <a:endParaRPr lang="en-US" sz="2800" dirty="0">
              <a:cs typeface="Arial"/>
            </a:endParaRPr>
          </a:p>
          <a:p>
            <a:endParaRPr lang="en-US" sz="2800" dirty="0">
              <a:cs typeface="Arial"/>
            </a:endParaRPr>
          </a:p>
          <a:p>
            <a:endParaRPr lang="en-US" sz="2800" dirty="0">
              <a:cs typeface="Arial"/>
            </a:endParaRPr>
          </a:p>
          <a:p>
            <a:endParaRPr lang="en-US" sz="2800" dirty="0">
              <a:cs typeface="Arial"/>
            </a:endParaRPr>
          </a:p>
          <a:p>
            <a:r>
              <a:rPr lang="en-US" sz="2800" dirty="0">
                <a:solidFill>
                  <a:schemeClr val="bg2"/>
                </a:solidFill>
                <a:ea typeface="+mn-lt"/>
                <a:cs typeface="+mn-lt"/>
              </a:rPr>
              <a:t>Don’t forget the base case! </a:t>
            </a:r>
            <a:endParaRPr lang="en-US" sz="2800" dirty="0">
              <a:solidFill>
                <a:schemeClr val="bg2"/>
              </a:solidFill>
              <a:cs typeface="Arial"/>
            </a:endParaRPr>
          </a:p>
          <a:p>
            <a:r>
              <a:rPr lang="en-US" sz="2800" dirty="0">
                <a:solidFill>
                  <a:schemeClr val="bg2"/>
                </a:solidFill>
                <a:ea typeface="+mn-lt"/>
                <a:cs typeface="+mn-lt"/>
              </a:rPr>
              <a:t>Small demo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4BFC98-DF0E-DB71-65BB-36FA22B0DF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22D1A-DF83-41A8-85FF-04D90BF831D3}" type="datetime3">
              <a:rPr lang="en-US" smtClean="0"/>
              <a:t>23 December 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F17F63E-10BA-A7B1-4046-96A2469DE18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8</a:t>
            </a:fld>
            <a:endParaRPr lang="en-US"/>
          </a:p>
        </p:txBody>
      </p:sp>
      <p:pic>
        <p:nvPicPr>
          <p:cNvPr id="2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AEEA5D5-AB83-38CD-B599-DE61538B62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463" y="1602171"/>
            <a:ext cx="5553075" cy="415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23097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F814B3-FAA3-36CD-926B-A7C75A7A1F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2"/>
                </a:solidFill>
                <a:ea typeface="+mj-lt"/>
                <a:cs typeface="+mj-lt"/>
              </a:rPr>
              <a:t>Multiple Recursion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9E7789-4F8D-BFF3-4417-0562112E20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2FAF8C-3763-7036-02A0-EEA1A5135E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4F72C3-CDF3-44A8-B602-1649B1728485}" type="datetime3">
              <a:rPr lang="en-US" smtClean="0"/>
              <a:t>23 December 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286EF2-B948-6B0F-22A0-78C4B64CB5C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17081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B449021-4EFD-F22D-592B-4B0589C4FA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B4B4BE34-4F64-06EB-28EA-9724E33E03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2"/>
                </a:solidFill>
                <a:ea typeface="+mj-lt"/>
                <a:cs typeface="+mj-lt"/>
              </a:rPr>
              <a:t>Multiple Recursion 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C04BD5A1-78D1-2FB7-2BF0-0F170A52D4D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 vert="horz" lIns="0" tIns="0" rIns="0" bIns="0" spcCol="365760" rtlCol="0" anchor="t">
            <a:noAutofit/>
          </a:bodyPr>
          <a:lstStyle/>
          <a:p>
            <a:r>
              <a:rPr lang="en-US" sz="2800" dirty="0">
                <a:solidFill>
                  <a:schemeClr val="bg2"/>
                </a:solidFill>
                <a:ea typeface="+mn-lt"/>
                <a:cs typeface="+mn-lt"/>
              </a:rPr>
              <a:t>A function that calls itself multiple times </a:t>
            </a:r>
            <a:endParaRPr lang="en-US" sz="2800" dirty="0">
              <a:solidFill>
                <a:schemeClr val="bg2"/>
              </a:solidFill>
              <a:cs typeface="Arial"/>
            </a:endParaRPr>
          </a:p>
          <a:p>
            <a:r>
              <a:rPr lang="en-US" sz="2800" dirty="0">
                <a:solidFill>
                  <a:schemeClr val="bg2"/>
                </a:solidFill>
                <a:ea typeface="+mn-lt"/>
                <a:cs typeface="+mn-lt"/>
              </a:rPr>
              <a:t>What is(are) the base case(s)? </a:t>
            </a:r>
            <a:endParaRPr lang="en-US" sz="2800" dirty="0">
              <a:solidFill>
                <a:schemeClr val="bg2"/>
              </a:solidFill>
              <a:cs typeface="Arial"/>
            </a:endParaRPr>
          </a:p>
          <a:p>
            <a:r>
              <a:rPr lang="en-US" sz="2800" dirty="0">
                <a:solidFill>
                  <a:schemeClr val="bg2"/>
                </a:solidFill>
                <a:ea typeface="+mn-lt"/>
                <a:cs typeface="+mn-lt"/>
              </a:rPr>
              <a:t>What is(are) the recursive step(s)? </a:t>
            </a:r>
            <a:endParaRPr lang="en-US" sz="2800" dirty="0">
              <a:solidFill>
                <a:schemeClr val="bg2"/>
              </a:solidFill>
              <a:cs typeface="Arial"/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B74402D1-7E61-5EB4-A56D-7953EBCF7CD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 vert="horz" lIns="0" tIns="0" rIns="0" bIns="0" spcCol="365760" rtlCol="0" anchor="t">
            <a:noAutofit/>
          </a:bodyPr>
          <a:lstStyle/>
          <a:p>
            <a:pPr marL="0" indent="0">
              <a:buNone/>
            </a:pPr>
            <a:r>
              <a:rPr lang="en-US" sz="2800" dirty="0">
                <a:solidFill>
                  <a:schemeClr val="bg2"/>
                </a:solidFill>
                <a:ea typeface="+mn-lt"/>
                <a:cs typeface="+mn-lt"/>
              </a:rPr>
              <a:t>def fib(n: int) -&gt; int: </a:t>
            </a:r>
            <a:endParaRPr lang="en-US" dirty="0"/>
          </a:p>
          <a:p>
            <a:pPr marL="0" indent="0">
              <a:buNone/>
            </a:pPr>
            <a:r>
              <a:rPr lang="en-US" sz="2800" dirty="0">
                <a:solidFill>
                  <a:schemeClr val="bg2"/>
                </a:solidFill>
                <a:ea typeface="+mn-lt"/>
                <a:cs typeface="+mn-lt"/>
              </a:rPr>
              <a:t>    if n == 0: </a:t>
            </a:r>
            <a:endParaRPr lang="en-US" sz="2800" dirty="0">
              <a:solidFill>
                <a:schemeClr val="bg2"/>
              </a:solidFill>
              <a:cs typeface="Arial"/>
            </a:endParaRPr>
          </a:p>
          <a:p>
            <a:pPr marL="0" indent="0">
              <a:buNone/>
            </a:pPr>
            <a:r>
              <a:rPr lang="en-US" sz="2800" dirty="0">
                <a:solidFill>
                  <a:schemeClr val="bg2"/>
                </a:solidFill>
                <a:ea typeface="+mn-lt"/>
                <a:cs typeface="+mn-lt"/>
              </a:rPr>
              <a:t>        return 0 </a:t>
            </a:r>
            <a:endParaRPr lang="en-US" sz="2800" dirty="0">
              <a:solidFill>
                <a:schemeClr val="bg2"/>
              </a:solidFill>
              <a:cs typeface="Arial"/>
            </a:endParaRPr>
          </a:p>
          <a:p>
            <a:pPr marL="0" indent="0">
              <a:buNone/>
            </a:pPr>
            <a:r>
              <a:rPr lang="en-US" sz="2800" dirty="0">
                <a:solidFill>
                  <a:schemeClr val="bg2"/>
                </a:solidFill>
                <a:ea typeface="+mn-lt"/>
                <a:cs typeface="+mn-lt"/>
              </a:rPr>
              <a:t>    if n == 1: </a:t>
            </a:r>
            <a:endParaRPr lang="en-US" sz="2800" dirty="0">
              <a:solidFill>
                <a:schemeClr val="bg2"/>
              </a:solidFill>
              <a:cs typeface="Arial"/>
            </a:endParaRPr>
          </a:p>
          <a:p>
            <a:pPr marL="0" indent="0">
              <a:buNone/>
            </a:pPr>
            <a:r>
              <a:rPr lang="en-US" sz="2800" dirty="0">
                <a:solidFill>
                  <a:schemeClr val="bg2"/>
                </a:solidFill>
                <a:ea typeface="+mn-lt"/>
                <a:cs typeface="+mn-lt"/>
              </a:rPr>
              <a:t>        return 1 </a:t>
            </a:r>
            <a:endParaRPr lang="en-US" sz="2800" dirty="0">
              <a:solidFill>
                <a:schemeClr val="bg2"/>
              </a:solidFill>
              <a:cs typeface="Arial"/>
            </a:endParaRPr>
          </a:p>
          <a:p>
            <a:pPr marL="0" indent="0">
              <a:buNone/>
            </a:pPr>
            <a:endParaRPr lang="en-US" sz="2800" dirty="0">
              <a:solidFill>
                <a:schemeClr val="bg2"/>
              </a:solidFill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sz="2800" dirty="0">
                <a:solidFill>
                  <a:schemeClr val="bg2"/>
                </a:solidFill>
                <a:ea typeface="+mn-lt"/>
                <a:cs typeface="+mn-lt"/>
              </a:rPr>
              <a:t>    return fib(n-1) + fib(n-2) </a:t>
            </a:r>
            <a:endParaRPr lang="en-US" sz="2800">
              <a:solidFill>
                <a:schemeClr val="bg2"/>
              </a:solidFill>
              <a:cs typeface="Arial"/>
            </a:endParaRPr>
          </a:p>
          <a:p>
            <a:endParaRPr lang="en-US" sz="2800" dirty="0">
              <a:cs typeface="Arial"/>
            </a:endParaRPr>
          </a:p>
          <a:p>
            <a:pPr marL="0" indent="0">
              <a:buNone/>
            </a:pPr>
            <a:endParaRPr lang="en-US" sz="2800" dirty="0">
              <a:cs typeface="Arial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8D7C2F-5D81-385D-16E0-E451AE6DE5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22D1A-DF83-41A8-85FF-04D90BF831D3}" type="datetime3">
              <a:rPr lang="en-US" smtClean="0"/>
              <a:t>23 December 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2D8F4D5-B691-26CB-B0A0-3DA17D55B9C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51509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FCC0845-F91D-0240-FCFE-B4B3E9FF27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6">
            <a:extLst>
              <a:ext uri="{FF2B5EF4-FFF2-40B4-BE49-F238E27FC236}">
                <a16:creationId xmlns:a16="http://schemas.microsoft.com/office/drawing/2014/main" id="{CE54FCF9-EDE3-378A-AA17-383445A46E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2"/>
                </a:solidFill>
                <a:ea typeface="+mj-lt"/>
                <a:cs typeface="+mj-lt"/>
              </a:rPr>
              <a:t>Another Example </a:t>
            </a: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C37326D6-10B1-8CE4-8937-6D2ECF1695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640" y="1679025"/>
            <a:ext cx="10697101" cy="4493173"/>
          </a:xfrm>
        </p:spPr>
        <p:txBody>
          <a:bodyPr vert="horz" lIns="0" tIns="0" rIns="0" bIns="0" spcCol="365760" rtlCol="0" anchor="t">
            <a:noAutofit/>
          </a:bodyPr>
          <a:lstStyle/>
          <a:p>
            <a:pPr marL="0" indent="0">
              <a:buNone/>
            </a:pPr>
            <a:r>
              <a:rPr lang="en-US" sz="2800" dirty="0">
                <a:solidFill>
                  <a:schemeClr val="bg2"/>
                </a:solidFill>
                <a:ea typeface="+mn-lt"/>
                <a:cs typeface="+mn-lt"/>
              </a:rPr>
              <a:t>def </a:t>
            </a:r>
            <a:r>
              <a:rPr lang="en-US" sz="2800" dirty="0" err="1">
                <a:solidFill>
                  <a:schemeClr val="bg2"/>
                </a:solidFill>
                <a:ea typeface="+mn-lt"/>
                <a:cs typeface="+mn-lt"/>
              </a:rPr>
              <a:t>re_sum_half</a:t>
            </a:r>
            <a:r>
              <a:rPr lang="en-US" sz="2800" dirty="0">
                <a:solidFill>
                  <a:schemeClr val="bg2"/>
                </a:solidFill>
                <a:ea typeface="+mn-lt"/>
                <a:cs typeface="+mn-lt"/>
              </a:rPr>
              <a:t>(</a:t>
            </a:r>
            <a:r>
              <a:rPr lang="en-US" sz="2800" dirty="0" err="1">
                <a:solidFill>
                  <a:schemeClr val="bg2"/>
                </a:solidFill>
                <a:ea typeface="+mn-lt"/>
                <a:cs typeface="+mn-lt"/>
              </a:rPr>
              <a:t>num_list</a:t>
            </a:r>
            <a:r>
              <a:rPr lang="en-US" sz="2800" dirty="0">
                <a:solidFill>
                  <a:schemeClr val="bg2"/>
                </a:solidFill>
                <a:ea typeface="+mn-lt"/>
                <a:cs typeface="+mn-lt"/>
              </a:rPr>
              <a:t>: list[int]) -&gt; int: </a:t>
            </a:r>
            <a:endParaRPr lang="en-US" dirty="0">
              <a:solidFill>
                <a:schemeClr val="bg2"/>
              </a:solidFill>
            </a:endParaRPr>
          </a:p>
          <a:p>
            <a:pPr marL="0" indent="0">
              <a:buNone/>
            </a:pPr>
            <a:r>
              <a:rPr lang="en-US" sz="2800" dirty="0">
                <a:solidFill>
                  <a:schemeClr val="bg2"/>
                </a:solidFill>
                <a:ea typeface="+mn-lt"/>
                <a:cs typeface="+mn-lt"/>
              </a:rPr>
              <a:t>    if </a:t>
            </a:r>
            <a:r>
              <a:rPr lang="en-US" sz="2800" dirty="0" err="1">
                <a:solidFill>
                  <a:schemeClr val="bg2"/>
                </a:solidFill>
                <a:ea typeface="+mn-lt"/>
                <a:cs typeface="+mn-lt"/>
              </a:rPr>
              <a:t>len</a:t>
            </a:r>
            <a:r>
              <a:rPr lang="en-US" sz="2800" dirty="0">
                <a:solidFill>
                  <a:schemeClr val="bg2"/>
                </a:solidFill>
                <a:ea typeface="+mn-lt"/>
                <a:cs typeface="+mn-lt"/>
              </a:rPr>
              <a:t>(</a:t>
            </a:r>
            <a:r>
              <a:rPr lang="en-US" sz="2800" dirty="0" err="1">
                <a:solidFill>
                  <a:schemeClr val="bg2"/>
                </a:solidFill>
                <a:ea typeface="+mn-lt"/>
                <a:cs typeface="+mn-lt"/>
              </a:rPr>
              <a:t>num_list</a:t>
            </a:r>
            <a:r>
              <a:rPr lang="en-US" sz="2800" dirty="0">
                <a:solidFill>
                  <a:schemeClr val="bg2"/>
                </a:solidFill>
                <a:ea typeface="+mn-lt"/>
                <a:cs typeface="+mn-lt"/>
              </a:rPr>
              <a:t>) == 1: </a:t>
            </a:r>
            <a:endParaRPr lang="en-US" dirty="0">
              <a:solidFill>
                <a:schemeClr val="bg2"/>
              </a:solidFill>
              <a:cs typeface="Arial"/>
            </a:endParaRPr>
          </a:p>
          <a:p>
            <a:pPr marL="0" indent="0">
              <a:buNone/>
            </a:pPr>
            <a:r>
              <a:rPr lang="en-US" sz="2800" dirty="0">
                <a:solidFill>
                  <a:schemeClr val="bg2"/>
                </a:solidFill>
                <a:ea typeface="+mn-lt"/>
                <a:cs typeface="+mn-lt"/>
              </a:rPr>
              <a:t>        return </a:t>
            </a:r>
            <a:r>
              <a:rPr lang="en-US" sz="2800" dirty="0" err="1">
                <a:solidFill>
                  <a:schemeClr val="bg2"/>
                </a:solidFill>
                <a:ea typeface="+mn-lt"/>
                <a:cs typeface="+mn-lt"/>
              </a:rPr>
              <a:t>num_list</a:t>
            </a:r>
            <a:r>
              <a:rPr lang="en-US" sz="2800" dirty="0">
                <a:solidFill>
                  <a:schemeClr val="bg2"/>
                </a:solidFill>
                <a:ea typeface="+mn-lt"/>
                <a:cs typeface="+mn-lt"/>
              </a:rPr>
              <a:t>[0] </a:t>
            </a:r>
            <a:endParaRPr lang="en-US" dirty="0">
              <a:solidFill>
                <a:schemeClr val="bg2"/>
              </a:solidFill>
              <a:cs typeface="Arial"/>
            </a:endParaRPr>
          </a:p>
          <a:p>
            <a:endParaRPr lang="en-US"/>
          </a:p>
          <a:p>
            <a:pPr marL="0" indent="0">
              <a:buNone/>
            </a:pPr>
            <a:r>
              <a:rPr lang="en-US" sz="2800" dirty="0">
                <a:solidFill>
                  <a:schemeClr val="bg2"/>
                </a:solidFill>
                <a:ea typeface="+mn-lt"/>
                <a:cs typeface="+mn-lt"/>
              </a:rPr>
              <a:t>    half = </a:t>
            </a:r>
            <a:r>
              <a:rPr lang="en-US" sz="2800" dirty="0" err="1">
                <a:solidFill>
                  <a:schemeClr val="bg2"/>
                </a:solidFill>
                <a:ea typeface="+mn-lt"/>
                <a:cs typeface="+mn-lt"/>
              </a:rPr>
              <a:t>len</a:t>
            </a:r>
            <a:r>
              <a:rPr lang="en-US" sz="2800" dirty="0">
                <a:solidFill>
                  <a:schemeClr val="bg2"/>
                </a:solidFill>
                <a:ea typeface="+mn-lt"/>
                <a:cs typeface="+mn-lt"/>
              </a:rPr>
              <a:t>(</a:t>
            </a:r>
            <a:r>
              <a:rPr lang="en-US" sz="2800" dirty="0" err="1">
                <a:solidFill>
                  <a:schemeClr val="bg2"/>
                </a:solidFill>
                <a:ea typeface="+mn-lt"/>
                <a:cs typeface="+mn-lt"/>
              </a:rPr>
              <a:t>num_list</a:t>
            </a:r>
            <a:r>
              <a:rPr lang="en-US" sz="2800" dirty="0">
                <a:solidFill>
                  <a:schemeClr val="bg2"/>
                </a:solidFill>
                <a:ea typeface="+mn-lt"/>
                <a:cs typeface="+mn-lt"/>
              </a:rPr>
              <a:t>) // 2 </a:t>
            </a:r>
            <a:endParaRPr lang="en-US" dirty="0">
              <a:solidFill>
                <a:schemeClr val="bg2"/>
              </a:solidFill>
              <a:cs typeface="Arial"/>
            </a:endParaRPr>
          </a:p>
          <a:p>
            <a:pPr marL="0" indent="0">
              <a:buNone/>
            </a:pPr>
            <a:r>
              <a:rPr lang="en-US" sz="2800" dirty="0">
                <a:solidFill>
                  <a:schemeClr val="bg2"/>
                </a:solidFill>
                <a:ea typeface="+mn-lt"/>
                <a:cs typeface="+mn-lt"/>
              </a:rPr>
              <a:t>    return </a:t>
            </a:r>
            <a:r>
              <a:rPr lang="en-US" sz="2800" err="1">
                <a:solidFill>
                  <a:schemeClr val="bg2"/>
                </a:solidFill>
                <a:ea typeface="+mn-lt"/>
                <a:cs typeface="+mn-lt"/>
              </a:rPr>
              <a:t>re_sum_half</a:t>
            </a:r>
            <a:r>
              <a:rPr lang="en-US" sz="2800" dirty="0">
                <a:solidFill>
                  <a:schemeClr val="bg2"/>
                </a:solidFill>
                <a:ea typeface="+mn-lt"/>
                <a:cs typeface="+mn-lt"/>
              </a:rPr>
              <a:t>(</a:t>
            </a:r>
            <a:r>
              <a:rPr lang="en-US" sz="2800" err="1">
                <a:solidFill>
                  <a:schemeClr val="bg2"/>
                </a:solidFill>
                <a:ea typeface="+mn-lt"/>
                <a:cs typeface="+mn-lt"/>
              </a:rPr>
              <a:t>num_list</a:t>
            </a:r>
            <a:r>
              <a:rPr lang="en-US" sz="2800" dirty="0">
                <a:solidFill>
                  <a:schemeClr val="bg2"/>
                </a:solidFill>
                <a:ea typeface="+mn-lt"/>
                <a:cs typeface="+mn-lt"/>
              </a:rPr>
              <a:t>[:half]) + </a:t>
            </a:r>
            <a:r>
              <a:rPr lang="en-US" sz="2800" err="1">
                <a:solidFill>
                  <a:schemeClr val="bg2"/>
                </a:solidFill>
                <a:ea typeface="+mn-lt"/>
                <a:cs typeface="+mn-lt"/>
              </a:rPr>
              <a:t>re_sum_half</a:t>
            </a:r>
            <a:r>
              <a:rPr lang="en-US" sz="2800" dirty="0">
                <a:solidFill>
                  <a:schemeClr val="bg2"/>
                </a:solidFill>
                <a:ea typeface="+mn-lt"/>
                <a:cs typeface="+mn-lt"/>
              </a:rPr>
              <a:t>(</a:t>
            </a:r>
            <a:r>
              <a:rPr lang="en-US" sz="2800" err="1">
                <a:solidFill>
                  <a:schemeClr val="bg2"/>
                </a:solidFill>
                <a:ea typeface="+mn-lt"/>
                <a:cs typeface="+mn-lt"/>
              </a:rPr>
              <a:t>num_list</a:t>
            </a:r>
            <a:r>
              <a:rPr lang="en-US" sz="2800" dirty="0">
                <a:solidFill>
                  <a:schemeClr val="bg2"/>
                </a:solidFill>
                <a:ea typeface="+mn-lt"/>
                <a:cs typeface="+mn-lt"/>
              </a:rPr>
              <a:t>[half:]) </a:t>
            </a:r>
            <a:endParaRPr lang="en-US" dirty="0">
              <a:solidFill>
                <a:schemeClr val="bg2"/>
              </a:solidFill>
              <a:cs typeface="Arial"/>
            </a:endParaRPr>
          </a:p>
          <a:p>
            <a:endParaRPr lang="en-US"/>
          </a:p>
          <a:p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6BD5609-DB46-8AF0-0F81-63A7301557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C931E-8CBE-4A3F-A034-9B6122C6DCDB}" type="datetime3">
              <a:rPr lang="en-US" smtClean="0"/>
              <a:t>23 December 2025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8EB42BD-306E-0244-A21D-4B72D9F4894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27096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522D0B6-FC3A-18E0-D4B9-A41D755BE3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0F7257-16FB-4BFA-75E8-F5433B8432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2"/>
                </a:solidFill>
                <a:ea typeface="+mj-lt"/>
                <a:cs typeface="+mj-lt"/>
              </a:rPr>
              <a:t>Other Common Problems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51B1C5-779C-55B8-C40B-905193CA95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2EC277-3D67-A6EF-2967-9FEC0F8347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4F72C3-CDF3-44A8-B602-1649B1728485}" type="datetime3">
              <a:rPr lang="en-US" smtClean="0"/>
              <a:t>23 December 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1EBA38-6FC9-B94C-EF44-700BFDBB90F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85975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4A6B4A0-374F-1866-22F3-1A7FD1EDE0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6">
            <a:extLst>
              <a:ext uri="{FF2B5EF4-FFF2-40B4-BE49-F238E27FC236}">
                <a16:creationId xmlns:a16="http://schemas.microsoft.com/office/drawing/2014/main" id="{B1F01F57-EAB6-6D65-D0FE-0BDDD19098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2"/>
                </a:solidFill>
                <a:ea typeface="+mj-lt"/>
                <a:cs typeface="+mj-lt"/>
              </a:rPr>
              <a:t>Binary Search </a:t>
            </a:r>
            <a:endParaRPr lang="en-US" dirty="0"/>
          </a:p>
        </p:txBody>
      </p:sp>
      <p:pic>
        <p:nvPicPr>
          <p:cNvPr id="4" name="Content Placeholder 3" descr="A table with numbers and a few digits&#10;&#10;AI-generated content may be incorrect.">
            <a:extLst>
              <a:ext uri="{FF2B5EF4-FFF2-40B4-BE49-F238E27FC236}">
                <a16:creationId xmlns:a16="http://schemas.microsoft.com/office/drawing/2014/main" id="{26D04845-CBB7-3762-5F1A-ACE264C3B0C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71147" y="1433839"/>
            <a:ext cx="7233087" cy="5193752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20392F0-1A95-3113-93AC-E160355B15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C931E-8CBE-4A3F-A034-9B6122C6DCDB}" type="datetime3">
              <a:rPr lang="en-US" smtClean="0"/>
              <a:t>23 December 2025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E96C06B-31C5-B16E-5AC9-988557FDF1A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61152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2F845A3-8BB4-4C80-34AF-62B9F75DDF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6">
            <a:extLst>
              <a:ext uri="{FF2B5EF4-FFF2-40B4-BE49-F238E27FC236}">
                <a16:creationId xmlns:a16="http://schemas.microsoft.com/office/drawing/2014/main" id="{6662C123-9E67-56B5-BDF8-A1C2B08C62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2"/>
                </a:solidFill>
                <a:ea typeface="+mj-lt"/>
                <a:cs typeface="+mj-lt"/>
              </a:rPr>
              <a:t>Binary Search </a:t>
            </a:r>
            <a:endParaRPr lang="en-US" dirty="0"/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343102E1-98A7-B6DE-1506-A2AA507961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640" y="1679025"/>
            <a:ext cx="10697101" cy="4493173"/>
          </a:xfrm>
        </p:spPr>
        <p:txBody>
          <a:bodyPr vert="horz" lIns="0" tIns="0" rIns="0" bIns="0" spcCol="365760" rtlCol="0" anchor="t">
            <a:no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chemeClr val="bg2"/>
                </a:solidFill>
                <a:ea typeface="+mn-lt"/>
                <a:cs typeface="+mn-lt"/>
              </a:rPr>
              <a:t>def </a:t>
            </a:r>
            <a:r>
              <a:rPr lang="en-US" sz="2000" dirty="0" err="1">
                <a:solidFill>
                  <a:schemeClr val="bg2"/>
                </a:solidFill>
                <a:ea typeface="+mn-lt"/>
                <a:cs typeface="+mn-lt"/>
              </a:rPr>
              <a:t>binary_search</a:t>
            </a:r>
            <a:r>
              <a:rPr lang="en-US" sz="2000" dirty="0">
                <a:solidFill>
                  <a:schemeClr val="bg2"/>
                </a:solidFill>
                <a:ea typeface="+mn-lt"/>
                <a:cs typeface="+mn-lt"/>
              </a:rPr>
              <a:t>(</a:t>
            </a:r>
            <a:r>
              <a:rPr lang="en-US" sz="2000" dirty="0" err="1">
                <a:solidFill>
                  <a:schemeClr val="bg2"/>
                </a:solidFill>
                <a:ea typeface="+mn-lt"/>
                <a:cs typeface="+mn-lt"/>
              </a:rPr>
              <a:t>arr</a:t>
            </a:r>
            <a:r>
              <a:rPr lang="en-US" sz="2000" dirty="0">
                <a:solidFill>
                  <a:schemeClr val="bg2"/>
                </a:solidFill>
                <a:ea typeface="+mn-lt"/>
                <a:cs typeface="+mn-lt"/>
              </a:rPr>
              <a:t>, low, high, x): </a:t>
            </a:r>
            <a:endParaRPr lang="en-US" sz="2000">
              <a:solidFill>
                <a:schemeClr val="bg2"/>
              </a:solidFill>
              <a:cs typeface="Arial"/>
            </a:endParaRPr>
          </a:p>
          <a:p>
            <a:pPr marL="0" indent="0">
              <a:buNone/>
            </a:pPr>
            <a:r>
              <a:rPr lang="en-US" sz="2000" dirty="0">
                <a:solidFill>
                  <a:schemeClr val="bg2"/>
                </a:solidFill>
                <a:ea typeface="+mn-lt"/>
                <a:cs typeface="+mn-lt"/>
              </a:rPr>
              <a:t>    """assumes array is already sorted""" </a:t>
            </a:r>
            <a:endParaRPr lang="en-US" sz="2000">
              <a:solidFill>
                <a:schemeClr val="bg2"/>
              </a:solidFill>
              <a:cs typeface="Arial"/>
            </a:endParaRPr>
          </a:p>
          <a:p>
            <a:pPr marL="0" indent="0">
              <a:buNone/>
            </a:pPr>
            <a:r>
              <a:rPr lang="en-US" sz="2000" dirty="0">
                <a:solidFill>
                  <a:schemeClr val="bg2"/>
                </a:solidFill>
                <a:ea typeface="+mn-lt"/>
                <a:cs typeface="+mn-lt"/>
              </a:rPr>
              <a:t>    if high &gt;= low: </a:t>
            </a:r>
            <a:endParaRPr lang="en-US" sz="2000">
              <a:solidFill>
                <a:schemeClr val="bg2"/>
              </a:solidFill>
              <a:cs typeface="Arial"/>
            </a:endParaRPr>
          </a:p>
          <a:p>
            <a:pPr marL="0" indent="0">
              <a:buNone/>
            </a:pPr>
            <a:r>
              <a:rPr lang="en-US" sz="2000" dirty="0">
                <a:solidFill>
                  <a:schemeClr val="bg2"/>
                </a:solidFill>
                <a:ea typeface="+mn-lt"/>
                <a:cs typeface="+mn-lt"/>
              </a:rPr>
              <a:t>        mid = (high + low) // 2 </a:t>
            </a:r>
            <a:endParaRPr lang="en-US" sz="2000">
              <a:solidFill>
                <a:schemeClr val="bg2"/>
              </a:solidFill>
              <a:cs typeface="Arial"/>
            </a:endParaRPr>
          </a:p>
          <a:p>
            <a:pPr marL="0" indent="0">
              <a:buNone/>
            </a:pPr>
            <a:r>
              <a:rPr lang="en-US" sz="2000" dirty="0">
                <a:solidFill>
                  <a:schemeClr val="bg2"/>
                </a:solidFill>
                <a:ea typeface="+mn-lt"/>
                <a:cs typeface="+mn-lt"/>
              </a:rPr>
              <a:t>        if </a:t>
            </a:r>
            <a:r>
              <a:rPr lang="en-US" sz="2000" dirty="0" err="1">
                <a:solidFill>
                  <a:schemeClr val="bg2"/>
                </a:solidFill>
                <a:ea typeface="+mn-lt"/>
                <a:cs typeface="+mn-lt"/>
              </a:rPr>
              <a:t>arr</a:t>
            </a:r>
            <a:r>
              <a:rPr lang="en-US" sz="2000" dirty="0">
                <a:solidFill>
                  <a:schemeClr val="bg2"/>
                </a:solidFill>
                <a:ea typeface="+mn-lt"/>
                <a:cs typeface="+mn-lt"/>
              </a:rPr>
              <a:t>[mid] == x: </a:t>
            </a:r>
            <a:endParaRPr lang="en-US" sz="2000">
              <a:solidFill>
                <a:schemeClr val="bg2"/>
              </a:solidFill>
              <a:cs typeface="Arial"/>
            </a:endParaRPr>
          </a:p>
          <a:p>
            <a:pPr marL="0" indent="0">
              <a:buNone/>
            </a:pPr>
            <a:r>
              <a:rPr lang="en-US" sz="2000" dirty="0">
                <a:solidFill>
                  <a:srgbClr val="FFCC01"/>
                </a:solidFill>
                <a:cs typeface="Arial"/>
              </a:rPr>
              <a:t> </a:t>
            </a:r>
            <a:r>
              <a:rPr lang="en-US" sz="2000" dirty="0">
                <a:solidFill>
                  <a:schemeClr val="bg2"/>
                </a:solidFill>
                <a:ea typeface="+mn-lt"/>
                <a:cs typeface="+mn-lt"/>
              </a:rPr>
              <a:t>           return mid </a:t>
            </a:r>
            <a:endParaRPr lang="en-US" sz="2000">
              <a:solidFill>
                <a:schemeClr val="bg2"/>
              </a:solidFill>
              <a:cs typeface="Arial"/>
            </a:endParaRPr>
          </a:p>
          <a:p>
            <a:pPr marL="0" indent="0">
              <a:buNone/>
            </a:pPr>
            <a:r>
              <a:rPr lang="en-US" sz="2000" dirty="0">
                <a:solidFill>
                  <a:schemeClr val="bg2"/>
                </a:solidFill>
                <a:ea typeface="+mn-lt"/>
                <a:cs typeface="+mn-lt"/>
              </a:rPr>
              <a:t>        </a:t>
            </a:r>
            <a:r>
              <a:rPr lang="en-US" sz="2000" err="1">
                <a:solidFill>
                  <a:schemeClr val="bg2"/>
                </a:solidFill>
                <a:ea typeface="+mn-lt"/>
                <a:cs typeface="+mn-lt"/>
              </a:rPr>
              <a:t>elif</a:t>
            </a:r>
            <a:r>
              <a:rPr lang="en-US" sz="2000" dirty="0">
                <a:solidFill>
                  <a:schemeClr val="bg2"/>
                </a:solidFill>
                <a:ea typeface="+mn-lt"/>
                <a:cs typeface="+mn-lt"/>
              </a:rPr>
              <a:t> </a:t>
            </a:r>
            <a:r>
              <a:rPr lang="en-US" sz="2000" err="1">
                <a:solidFill>
                  <a:schemeClr val="bg2"/>
                </a:solidFill>
                <a:ea typeface="+mn-lt"/>
                <a:cs typeface="+mn-lt"/>
              </a:rPr>
              <a:t>arr</a:t>
            </a:r>
            <a:r>
              <a:rPr lang="en-US" sz="2000" dirty="0">
                <a:solidFill>
                  <a:schemeClr val="bg2"/>
                </a:solidFill>
                <a:ea typeface="+mn-lt"/>
                <a:cs typeface="+mn-lt"/>
              </a:rPr>
              <a:t>[mid] &gt; x: </a:t>
            </a:r>
            <a:endParaRPr lang="en-US" sz="2000">
              <a:solidFill>
                <a:schemeClr val="bg2"/>
              </a:solidFill>
              <a:cs typeface="Arial"/>
            </a:endParaRPr>
          </a:p>
          <a:p>
            <a:pPr marL="0" indent="0">
              <a:buNone/>
            </a:pPr>
            <a:r>
              <a:rPr lang="en-US" sz="2000" dirty="0">
                <a:solidFill>
                  <a:schemeClr val="bg2"/>
                </a:solidFill>
                <a:ea typeface="+mn-lt"/>
                <a:cs typeface="+mn-lt"/>
              </a:rPr>
              <a:t>            return </a:t>
            </a:r>
            <a:r>
              <a:rPr lang="en-US" sz="2000" err="1">
                <a:solidFill>
                  <a:schemeClr val="bg2"/>
                </a:solidFill>
                <a:ea typeface="+mn-lt"/>
                <a:cs typeface="+mn-lt"/>
              </a:rPr>
              <a:t>binary_search</a:t>
            </a:r>
            <a:r>
              <a:rPr lang="en-US" sz="2000" dirty="0">
                <a:solidFill>
                  <a:schemeClr val="bg2"/>
                </a:solidFill>
                <a:ea typeface="+mn-lt"/>
                <a:cs typeface="+mn-lt"/>
              </a:rPr>
              <a:t>(</a:t>
            </a:r>
            <a:r>
              <a:rPr lang="en-US" sz="2000" err="1">
                <a:solidFill>
                  <a:schemeClr val="bg2"/>
                </a:solidFill>
                <a:ea typeface="+mn-lt"/>
                <a:cs typeface="+mn-lt"/>
              </a:rPr>
              <a:t>arr</a:t>
            </a:r>
            <a:r>
              <a:rPr lang="en-US" sz="2000" dirty="0">
                <a:solidFill>
                  <a:schemeClr val="bg2"/>
                </a:solidFill>
                <a:ea typeface="+mn-lt"/>
                <a:cs typeface="+mn-lt"/>
              </a:rPr>
              <a:t>, low, mid - 1, x) </a:t>
            </a:r>
            <a:endParaRPr lang="en-US" sz="2000">
              <a:solidFill>
                <a:schemeClr val="bg2"/>
              </a:solidFill>
              <a:cs typeface="Arial"/>
            </a:endParaRPr>
          </a:p>
          <a:p>
            <a:pPr marL="0" indent="0">
              <a:buNone/>
            </a:pPr>
            <a:r>
              <a:rPr lang="en-US" sz="2000" dirty="0">
                <a:solidFill>
                  <a:schemeClr val="bg2"/>
                </a:solidFill>
                <a:ea typeface="+mn-lt"/>
                <a:cs typeface="+mn-lt"/>
              </a:rPr>
              <a:t>        else: </a:t>
            </a:r>
            <a:endParaRPr lang="en-US" sz="2000">
              <a:solidFill>
                <a:schemeClr val="bg2"/>
              </a:solidFill>
              <a:cs typeface="Arial"/>
            </a:endParaRPr>
          </a:p>
          <a:p>
            <a:pPr marL="0" indent="0">
              <a:buNone/>
            </a:pPr>
            <a:r>
              <a:rPr lang="en-US" sz="2000" dirty="0">
                <a:solidFill>
                  <a:schemeClr val="bg2"/>
                </a:solidFill>
                <a:ea typeface="+mn-lt"/>
                <a:cs typeface="+mn-lt"/>
              </a:rPr>
              <a:t>            return </a:t>
            </a:r>
            <a:r>
              <a:rPr lang="en-US" sz="2000" err="1">
                <a:solidFill>
                  <a:schemeClr val="bg2"/>
                </a:solidFill>
                <a:ea typeface="+mn-lt"/>
                <a:cs typeface="+mn-lt"/>
              </a:rPr>
              <a:t>binary_search</a:t>
            </a:r>
            <a:r>
              <a:rPr lang="en-US" sz="2000" dirty="0">
                <a:solidFill>
                  <a:schemeClr val="bg2"/>
                </a:solidFill>
                <a:ea typeface="+mn-lt"/>
                <a:cs typeface="+mn-lt"/>
              </a:rPr>
              <a:t>(</a:t>
            </a:r>
            <a:r>
              <a:rPr lang="en-US" sz="2000" err="1">
                <a:solidFill>
                  <a:schemeClr val="bg2"/>
                </a:solidFill>
                <a:ea typeface="+mn-lt"/>
                <a:cs typeface="+mn-lt"/>
              </a:rPr>
              <a:t>arr</a:t>
            </a:r>
            <a:r>
              <a:rPr lang="en-US" sz="2000" dirty="0">
                <a:solidFill>
                  <a:schemeClr val="bg2"/>
                </a:solidFill>
                <a:ea typeface="+mn-lt"/>
                <a:cs typeface="+mn-lt"/>
              </a:rPr>
              <a:t>, mid + 1, high, x) </a:t>
            </a:r>
            <a:endParaRPr lang="en-US" sz="2000">
              <a:solidFill>
                <a:schemeClr val="bg2"/>
              </a:solidFill>
              <a:cs typeface="Arial"/>
            </a:endParaRPr>
          </a:p>
          <a:p>
            <a:pPr marL="0" indent="0">
              <a:buNone/>
            </a:pPr>
            <a:r>
              <a:rPr lang="en-US" sz="2000" dirty="0">
                <a:solidFill>
                  <a:schemeClr val="bg2"/>
                </a:solidFill>
                <a:ea typeface="+mn-lt"/>
                <a:cs typeface="+mn-lt"/>
              </a:rPr>
              <a:t>    else: </a:t>
            </a:r>
            <a:endParaRPr lang="en-US" sz="2000">
              <a:solidFill>
                <a:schemeClr val="bg2"/>
              </a:solidFill>
              <a:cs typeface="Arial"/>
            </a:endParaRPr>
          </a:p>
          <a:p>
            <a:pPr marL="0" indent="0">
              <a:buNone/>
            </a:pPr>
            <a:r>
              <a:rPr lang="en-US" sz="2000" dirty="0">
                <a:solidFill>
                  <a:schemeClr val="bg2"/>
                </a:solidFill>
                <a:ea typeface="+mn-lt"/>
                <a:cs typeface="+mn-lt"/>
              </a:rPr>
              <a:t>        return -1 </a:t>
            </a:r>
            <a:endParaRPr lang="en-US" sz="2000">
              <a:solidFill>
                <a:schemeClr val="bg2"/>
              </a:solidFill>
              <a:cs typeface="Arial"/>
            </a:endParaRPr>
          </a:p>
          <a:p>
            <a:endParaRPr lang="en-US" sz="2000" dirty="0">
              <a:cs typeface="Arial"/>
            </a:endParaRPr>
          </a:p>
          <a:p>
            <a:endParaRPr lang="en-US" sz="2000" dirty="0">
              <a:cs typeface="Arial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8CAFC3A-4E6B-E5B8-ADCD-5561B6375D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C931E-8CBE-4A3F-A034-9B6122C6DCDB}" type="datetime3">
              <a:rPr lang="en-US" smtClean="0"/>
              <a:t>23 December 2025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20DE7DF-4307-BA3B-E991-462F30F4D31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60261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EB6A842-823C-F937-3113-219F4B48A1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6">
            <a:extLst>
              <a:ext uri="{FF2B5EF4-FFF2-40B4-BE49-F238E27FC236}">
                <a16:creationId xmlns:a16="http://schemas.microsoft.com/office/drawing/2014/main" id="{34C44DB3-AB44-C631-9178-28ED4265F3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2"/>
                </a:solidFill>
                <a:ea typeface="+mj-lt"/>
                <a:cs typeface="+mj-lt"/>
              </a:rPr>
              <a:t>Directory Traversal 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27B58B6-52FB-CB85-BEC2-6D1E8AC5A5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C931E-8CBE-4A3F-A034-9B6122C6DCDB}" type="datetime3">
              <a:rPr lang="en-US" smtClean="0"/>
              <a:t>23 December 2025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856634F-FB5D-3E05-7E7D-7A71B145E13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15</a:t>
            </a:fld>
            <a:endParaRPr lang="en-US"/>
          </a:p>
        </p:txBody>
      </p:sp>
      <p:pic>
        <p:nvPicPr>
          <p:cNvPr id="6" name="Content Placeholder 5" descr="A diagram of a test&#10;&#10;AI-generated content may be incorrect.">
            <a:extLst>
              <a:ext uri="{FF2B5EF4-FFF2-40B4-BE49-F238E27FC236}">
                <a16:creationId xmlns:a16="http://schemas.microsoft.com/office/drawing/2014/main" id="{54270F6C-BFDB-09FE-C1EB-0900AA94EBD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51468" y="1717615"/>
            <a:ext cx="7898722" cy="48626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64639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B97FF4F-16BD-47DA-4A1A-1F5186EBCA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6">
            <a:extLst>
              <a:ext uri="{FF2B5EF4-FFF2-40B4-BE49-F238E27FC236}">
                <a16:creationId xmlns:a16="http://schemas.microsoft.com/office/drawing/2014/main" id="{C0A87532-B906-770E-C88D-A98D2F23A0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2"/>
                </a:solidFill>
                <a:ea typeface="+mj-lt"/>
                <a:cs typeface="+mj-lt"/>
              </a:rPr>
              <a:t>Directory Traversal </a:t>
            </a:r>
            <a:endParaRPr lang="en-US" dirty="0"/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A6DA9C7F-C235-3994-ED0B-692973F333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640" y="1679025"/>
            <a:ext cx="10697101" cy="4493173"/>
          </a:xfrm>
        </p:spPr>
        <p:txBody>
          <a:bodyPr vert="horz" lIns="0" tIns="0" rIns="0" bIns="0" spcCol="365760" rtlCol="0" anchor="t">
            <a:no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chemeClr val="bg2"/>
                </a:solidFill>
                <a:ea typeface="+mn-lt"/>
                <a:cs typeface="+mn-lt"/>
              </a:rPr>
              <a:t>import </a:t>
            </a:r>
            <a:r>
              <a:rPr lang="en-US" sz="2400" dirty="0" err="1">
                <a:solidFill>
                  <a:schemeClr val="bg2"/>
                </a:solidFill>
                <a:ea typeface="+mn-lt"/>
                <a:cs typeface="+mn-lt"/>
              </a:rPr>
              <a:t>os</a:t>
            </a:r>
            <a:r>
              <a:rPr lang="en-US" sz="2400" dirty="0">
                <a:solidFill>
                  <a:schemeClr val="bg2"/>
                </a:solidFill>
                <a:ea typeface="+mn-lt"/>
                <a:cs typeface="+mn-lt"/>
              </a:rPr>
              <a:t> </a:t>
            </a:r>
            <a:endParaRPr lang="en-US" sz="2400">
              <a:solidFill>
                <a:schemeClr val="bg2"/>
              </a:solidFill>
              <a:cs typeface="Arial"/>
            </a:endParaRPr>
          </a:p>
          <a:p>
            <a:endParaRPr lang="en-US" sz="2400" dirty="0">
              <a:cs typeface="Arial"/>
            </a:endParaRPr>
          </a:p>
          <a:p>
            <a:pPr marL="0" indent="0">
              <a:buNone/>
            </a:pPr>
            <a:r>
              <a:rPr lang="en-US" sz="2400" dirty="0">
                <a:solidFill>
                  <a:schemeClr val="bg2"/>
                </a:solidFill>
                <a:ea typeface="+mn-lt"/>
                <a:cs typeface="+mn-lt"/>
              </a:rPr>
              <a:t>def </a:t>
            </a:r>
            <a:r>
              <a:rPr lang="en-US" sz="2400" err="1">
                <a:solidFill>
                  <a:schemeClr val="bg2"/>
                </a:solidFill>
                <a:ea typeface="+mn-lt"/>
                <a:cs typeface="+mn-lt"/>
              </a:rPr>
              <a:t>list_dir_recursive</a:t>
            </a:r>
            <a:r>
              <a:rPr lang="en-US" sz="2400" dirty="0">
                <a:solidFill>
                  <a:schemeClr val="bg2"/>
                </a:solidFill>
                <a:ea typeface="+mn-lt"/>
                <a:cs typeface="+mn-lt"/>
              </a:rPr>
              <a:t>(directory): </a:t>
            </a:r>
            <a:endParaRPr lang="en-US" sz="2400" dirty="0">
              <a:solidFill>
                <a:schemeClr val="bg2"/>
              </a:solidFill>
              <a:cs typeface="Arial"/>
            </a:endParaRPr>
          </a:p>
          <a:p>
            <a:pPr marL="0" indent="0">
              <a:buNone/>
            </a:pPr>
            <a:r>
              <a:rPr lang="en-US" sz="2400" dirty="0">
                <a:solidFill>
                  <a:schemeClr val="bg2"/>
                </a:solidFill>
                <a:ea typeface="+mn-lt"/>
                <a:cs typeface="+mn-lt"/>
              </a:rPr>
              <a:t>    for entry in </a:t>
            </a:r>
            <a:r>
              <a:rPr lang="en-US" sz="2400" err="1">
                <a:solidFill>
                  <a:schemeClr val="bg2"/>
                </a:solidFill>
                <a:ea typeface="+mn-lt"/>
                <a:cs typeface="+mn-lt"/>
              </a:rPr>
              <a:t>os.listdir</a:t>
            </a:r>
            <a:r>
              <a:rPr lang="en-US" sz="2400" dirty="0">
                <a:solidFill>
                  <a:schemeClr val="bg2"/>
                </a:solidFill>
                <a:ea typeface="+mn-lt"/>
                <a:cs typeface="+mn-lt"/>
              </a:rPr>
              <a:t>(directory): </a:t>
            </a:r>
            <a:endParaRPr lang="en-US" sz="2400" dirty="0">
              <a:solidFill>
                <a:schemeClr val="bg2"/>
              </a:solidFill>
              <a:cs typeface="Arial"/>
            </a:endParaRPr>
          </a:p>
          <a:p>
            <a:pPr marL="0" indent="0">
              <a:buNone/>
            </a:pPr>
            <a:r>
              <a:rPr lang="en-US" sz="2400" dirty="0">
                <a:solidFill>
                  <a:schemeClr val="bg2"/>
                </a:solidFill>
                <a:ea typeface="+mn-lt"/>
                <a:cs typeface="+mn-lt"/>
              </a:rPr>
              <a:t>        </a:t>
            </a:r>
            <a:r>
              <a:rPr lang="en-US" sz="2400" err="1">
                <a:solidFill>
                  <a:schemeClr val="bg2"/>
                </a:solidFill>
                <a:ea typeface="+mn-lt"/>
                <a:cs typeface="+mn-lt"/>
              </a:rPr>
              <a:t>full_path</a:t>
            </a:r>
            <a:r>
              <a:rPr lang="en-US" sz="2400" dirty="0">
                <a:solidFill>
                  <a:schemeClr val="bg2"/>
                </a:solidFill>
                <a:ea typeface="+mn-lt"/>
                <a:cs typeface="+mn-lt"/>
              </a:rPr>
              <a:t> = </a:t>
            </a:r>
            <a:r>
              <a:rPr lang="en-US" sz="2400" err="1">
                <a:solidFill>
                  <a:schemeClr val="bg2"/>
                </a:solidFill>
                <a:ea typeface="+mn-lt"/>
                <a:cs typeface="+mn-lt"/>
              </a:rPr>
              <a:t>os.path.join</a:t>
            </a:r>
            <a:r>
              <a:rPr lang="en-US" sz="2400" dirty="0">
                <a:solidFill>
                  <a:schemeClr val="bg2"/>
                </a:solidFill>
                <a:ea typeface="+mn-lt"/>
                <a:cs typeface="+mn-lt"/>
              </a:rPr>
              <a:t>(directory, entry) </a:t>
            </a:r>
            <a:endParaRPr lang="en-US" sz="2400" dirty="0">
              <a:solidFill>
                <a:schemeClr val="bg2"/>
              </a:solidFill>
              <a:cs typeface="Arial"/>
            </a:endParaRPr>
          </a:p>
          <a:p>
            <a:pPr marL="0" indent="0">
              <a:buNone/>
            </a:pPr>
            <a:r>
              <a:rPr lang="en-US" sz="2400" dirty="0">
                <a:solidFill>
                  <a:schemeClr val="bg2"/>
                </a:solidFill>
                <a:ea typeface="+mn-lt"/>
                <a:cs typeface="+mn-lt"/>
              </a:rPr>
              <a:t>        if </a:t>
            </a:r>
            <a:r>
              <a:rPr lang="en-US" sz="2400" err="1">
                <a:solidFill>
                  <a:schemeClr val="bg2"/>
                </a:solidFill>
                <a:ea typeface="+mn-lt"/>
                <a:cs typeface="+mn-lt"/>
              </a:rPr>
              <a:t>os.path.isdir</a:t>
            </a:r>
            <a:r>
              <a:rPr lang="en-US" sz="2400" dirty="0">
                <a:solidFill>
                  <a:schemeClr val="bg2"/>
                </a:solidFill>
                <a:ea typeface="+mn-lt"/>
                <a:cs typeface="+mn-lt"/>
              </a:rPr>
              <a:t>(</a:t>
            </a:r>
            <a:r>
              <a:rPr lang="en-US" sz="2400" err="1">
                <a:solidFill>
                  <a:schemeClr val="bg2"/>
                </a:solidFill>
                <a:ea typeface="+mn-lt"/>
                <a:cs typeface="+mn-lt"/>
              </a:rPr>
              <a:t>full_path</a:t>
            </a:r>
            <a:r>
              <a:rPr lang="en-US" sz="2400" dirty="0">
                <a:solidFill>
                  <a:schemeClr val="bg2"/>
                </a:solidFill>
                <a:ea typeface="+mn-lt"/>
                <a:cs typeface="+mn-lt"/>
              </a:rPr>
              <a:t>): </a:t>
            </a:r>
            <a:endParaRPr lang="en-US" sz="2400" dirty="0">
              <a:solidFill>
                <a:schemeClr val="bg2"/>
              </a:solidFill>
              <a:cs typeface="Arial"/>
            </a:endParaRPr>
          </a:p>
          <a:p>
            <a:pPr marL="0" indent="0">
              <a:buNone/>
            </a:pPr>
            <a:r>
              <a:rPr lang="en-US" sz="2400" dirty="0">
                <a:solidFill>
                  <a:schemeClr val="bg2"/>
                </a:solidFill>
                <a:ea typeface="+mn-lt"/>
                <a:cs typeface="+mn-lt"/>
              </a:rPr>
              <a:t>            </a:t>
            </a:r>
            <a:r>
              <a:rPr lang="en-US" sz="2400" err="1">
                <a:solidFill>
                  <a:schemeClr val="bg2"/>
                </a:solidFill>
                <a:ea typeface="+mn-lt"/>
                <a:cs typeface="+mn-lt"/>
              </a:rPr>
              <a:t>list_dir_recursive</a:t>
            </a:r>
            <a:r>
              <a:rPr lang="en-US" sz="2400" dirty="0">
                <a:solidFill>
                  <a:schemeClr val="bg2"/>
                </a:solidFill>
                <a:ea typeface="+mn-lt"/>
                <a:cs typeface="+mn-lt"/>
              </a:rPr>
              <a:t>(</a:t>
            </a:r>
            <a:r>
              <a:rPr lang="en-US" sz="2400" err="1">
                <a:solidFill>
                  <a:schemeClr val="bg2"/>
                </a:solidFill>
                <a:ea typeface="+mn-lt"/>
                <a:cs typeface="+mn-lt"/>
              </a:rPr>
              <a:t>full_path</a:t>
            </a:r>
            <a:r>
              <a:rPr lang="en-US" sz="2400" dirty="0">
                <a:solidFill>
                  <a:schemeClr val="bg2"/>
                </a:solidFill>
                <a:ea typeface="+mn-lt"/>
                <a:cs typeface="+mn-lt"/>
              </a:rPr>
              <a:t>) </a:t>
            </a:r>
            <a:endParaRPr lang="en-US" sz="2400" dirty="0">
              <a:solidFill>
                <a:schemeClr val="bg2"/>
              </a:solidFill>
              <a:cs typeface="Arial"/>
            </a:endParaRPr>
          </a:p>
          <a:p>
            <a:pPr marL="0" indent="0">
              <a:buNone/>
            </a:pPr>
            <a:r>
              <a:rPr lang="en-US" sz="2400" dirty="0">
                <a:solidFill>
                  <a:schemeClr val="bg2"/>
                </a:solidFill>
                <a:ea typeface="+mn-lt"/>
                <a:cs typeface="+mn-lt"/>
              </a:rPr>
              <a:t>        else: </a:t>
            </a:r>
            <a:endParaRPr lang="en-US" sz="2400" dirty="0">
              <a:solidFill>
                <a:schemeClr val="bg2"/>
              </a:solidFill>
              <a:cs typeface="Arial"/>
            </a:endParaRPr>
          </a:p>
          <a:p>
            <a:pPr marL="0" indent="0">
              <a:buNone/>
            </a:pPr>
            <a:r>
              <a:rPr lang="en-US" sz="2400" dirty="0">
                <a:solidFill>
                  <a:schemeClr val="bg2"/>
                </a:solidFill>
                <a:ea typeface="+mn-lt"/>
                <a:cs typeface="+mn-lt"/>
              </a:rPr>
              <a:t>            print(</a:t>
            </a:r>
            <a:r>
              <a:rPr lang="en-US" sz="2400" dirty="0" err="1">
                <a:solidFill>
                  <a:schemeClr val="bg2"/>
                </a:solidFill>
                <a:ea typeface="+mn-lt"/>
                <a:cs typeface="+mn-lt"/>
              </a:rPr>
              <a:t>full_path</a:t>
            </a:r>
            <a:r>
              <a:rPr lang="en-US" sz="2400" dirty="0">
                <a:solidFill>
                  <a:schemeClr val="bg2"/>
                </a:solidFill>
                <a:ea typeface="+mn-lt"/>
                <a:cs typeface="+mn-lt"/>
              </a:rPr>
              <a:t>) </a:t>
            </a:r>
            <a:endParaRPr lang="en-US" sz="2400" dirty="0">
              <a:solidFill>
                <a:schemeClr val="bg2"/>
              </a:solidFill>
              <a:cs typeface="Arial"/>
            </a:endParaRPr>
          </a:p>
          <a:p>
            <a:endParaRPr lang="en-US" sz="2400" dirty="0">
              <a:cs typeface="Arial"/>
            </a:endParaRPr>
          </a:p>
          <a:p>
            <a:endParaRPr lang="en-US" sz="2400" dirty="0">
              <a:cs typeface="Arial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8B8E32-F0A2-0B78-35DE-82A889C495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C931E-8CBE-4A3F-A034-9B6122C6DCDB}" type="datetime3">
              <a:rPr lang="en-US" smtClean="0"/>
              <a:t>23 December 2025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E562CD1-6184-CE8E-14E0-DCCDADB9B08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88912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A23C5DF-1FB9-27B6-D0FD-FCED9587D8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FE8AA1DB-96BB-8E83-C6CB-6B8B7E4F35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2"/>
                </a:solidFill>
                <a:ea typeface="+mj-lt"/>
                <a:cs typeface="+mj-lt"/>
              </a:rPr>
              <a:t>Other Thoughts / On Your Own 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CEDDACD2-B535-F990-54CC-B0986361088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 vert="horz" lIns="0" tIns="0" rIns="0" bIns="0" spcCol="365760" rtlCol="0" anchor="t">
            <a:noAutofit/>
          </a:bodyPr>
          <a:lstStyle/>
          <a:p>
            <a:r>
              <a:rPr lang="en-US" sz="2800" dirty="0">
                <a:solidFill>
                  <a:schemeClr val="bg2"/>
                </a:solidFill>
                <a:ea typeface="+mn-lt"/>
                <a:cs typeface="+mn-lt"/>
              </a:rPr>
              <a:t>Order of Execution  </a:t>
            </a:r>
          </a:p>
          <a:p>
            <a:pPr lvl="2">
              <a:buFont typeface="Wingdings" panose="020B0604020202020204" pitchFamily="34" charset="0"/>
              <a:buChar char="§"/>
            </a:pPr>
            <a:r>
              <a:rPr lang="en-US" sz="2800" dirty="0">
                <a:solidFill>
                  <a:schemeClr val="bg2"/>
                </a:solidFill>
                <a:ea typeface="+mn-lt"/>
                <a:cs typeface="+mn-lt"/>
              </a:rPr>
              <a:t>(depth vs breadth) </a:t>
            </a:r>
            <a:endParaRPr lang="en-US" sz="2800">
              <a:solidFill>
                <a:schemeClr val="bg2"/>
              </a:solidFill>
              <a:cs typeface="Arial"/>
            </a:endParaRPr>
          </a:p>
          <a:p>
            <a:r>
              <a:rPr lang="en-US" sz="2800" dirty="0">
                <a:solidFill>
                  <a:schemeClr val="bg2"/>
                </a:solidFill>
                <a:ea typeface="+mn-lt"/>
                <a:cs typeface="+mn-lt"/>
              </a:rPr>
              <a:t>Recursive vs Iterative </a:t>
            </a:r>
            <a:endParaRPr lang="en-US" sz="2800" dirty="0">
              <a:solidFill>
                <a:schemeClr val="bg2"/>
              </a:solidFill>
              <a:cs typeface="Arial"/>
            </a:endParaRPr>
          </a:p>
          <a:p>
            <a:r>
              <a:rPr lang="en-US" sz="2800" dirty="0">
                <a:solidFill>
                  <a:schemeClr val="bg2"/>
                </a:solidFill>
                <a:ea typeface="+mn-lt"/>
                <a:cs typeface="+mn-lt"/>
              </a:rPr>
              <a:t>Tail-call optimization </a:t>
            </a:r>
            <a:endParaRPr lang="en-US" sz="2800" dirty="0">
              <a:solidFill>
                <a:schemeClr val="bg2"/>
              </a:solidFill>
              <a:cs typeface="Arial"/>
            </a:endParaRPr>
          </a:p>
          <a:p>
            <a:endParaRPr lang="en-US" sz="2800" dirty="0">
              <a:cs typeface="Arial"/>
            </a:endParaRPr>
          </a:p>
          <a:p>
            <a:endParaRPr lang="en-US" sz="2800" dirty="0">
              <a:cs typeface="Arial"/>
            </a:endParaRPr>
          </a:p>
          <a:p>
            <a:endParaRPr lang="en-US" sz="2800" dirty="0">
              <a:cs typeface="Arial"/>
            </a:endParaRPr>
          </a:p>
          <a:p>
            <a:endParaRPr lang="en-US" sz="2800" dirty="0">
              <a:cs typeface="Arial"/>
            </a:endParaRPr>
          </a:p>
        </p:txBody>
      </p:sp>
      <p:pic>
        <p:nvPicPr>
          <p:cNvPr id="2" name="Content Placeholder 1" descr="A diagram of a test&#10;&#10;AI-generated content may be incorrect.">
            <a:extLst>
              <a:ext uri="{FF2B5EF4-FFF2-40B4-BE49-F238E27FC236}">
                <a16:creationId xmlns:a16="http://schemas.microsoft.com/office/drawing/2014/main" id="{8E803C28-6D3A-FDD2-C79F-3C5D9D552E4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083328" y="1576816"/>
            <a:ext cx="6573168" cy="3961872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C2EA5C-9A65-2CDD-FB31-115BBA85F4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22D1A-DF83-41A8-85FF-04D90BF831D3}" type="datetime3">
              <a:rPr lang="en-US" smtClean="0"/>
              <a:t>23 December 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15C7EED-747B-679E-C750-452BF23C817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715054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E854390-4AFD-A24E-F624-4D76DA77BC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3A2927-AA15-F7D3-A5AB-7B1B8FADBE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2"/>
                </a:solidFill>
                <a:ea typeface="+mj-lt"/>
                <a:cs typeface="+mj-lt"/>
              </a:rPr>
              <a:t>Questions?</a:t>
            </a:r>
            <a:endParaRPr lang="en-US" dirty="0">
              <a:solidFill>
                <a:schemeClr val="bg2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896D68-CD68-0BD9-72EA-BAA3AB8B0C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FF5A12-A317-2675-D16E-25099A8034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4F72C3-CDF3-44A8-B602-1649B1728485}" type="datetime3">
              <a:rPr lang="en-US" smtClean="0"/>
              <a:t>23 December 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11324A-CBC8-807B-65BD-F7EE47767CF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3527434"/>
      </p:ext>
    </p:extLst>
  </p:cSld>
  <p:clrMapOvr>
    <a:masterClrMapping/>
  </p:clrMapOvr>
</p:sld>
</file>

<file path=ppt/theme/theme1.xml><?xml version="1.0" encoding="utf-8"?>
<a:theme xmlns:a="http://schemas.openxmlformats.org/drawingml/2006/main" name="US Army 2023 AFC DEVCOM Logo">
  <a:themeElements>
    <a:clrScheme name="US Army Color Palette">
      <a:dk1>
        <a:srgbClr val="000000"/>
      </a:dk1>
      <a:lt1>
        <a:srgbClr val="FFFFFF"/>
      </a:lt1>
      <a:dk2>
        <a:srgbClr val="221F20"/>
      </a:dk2>
      <a:lt2>
        <a:srgbClr val="FFCC01"/>
      </a:lt2>
      <a:accent1>
        <a:srgbClr val="221F20"/>
      </a:accent1>
      <a:accent2>
        <a:srgbClr val="FFCC01"/>
      </a:accent2>
      <a:accent3>
        <a:srgbClr val="727365"/>
      </a:accent3>
      <a:accent4>
        <a:srgbClr val="D5D5D7"/>
      </a:accent4>
      <a:accent5>
        <a:srgbClr val="565557"/>
      </a:accent5>
      <a:accent6>
        <a:srgbClr val="BFB8A6"/>
      </a:accent6>
      <a:hlink>
        <a:srgbClr val="565557"/>
      </a:hlink>
      <a:folHlink>
        <a:srgbClr val="305B6E"/>
      </a:folHlink>
    </a:clrScheme>
    <a:fontScheme name="US Army 2023 Font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US Army 2023 Effects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1270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127000" dist="63500" dir="2700000" algn="br" rotWithShape="0">
              <a:srgbClr val="000000">
                <a:alpha val="2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ln>
          <a:noFill/>
          <a:miter/>
        </a:ln>
      </a:spPr>
      <a:bodyPr/>
      <a:lstStyle>
        <a:defPPr algn="ctr">
          <a:lnSpc>
            <a:spcPct val="95000"/>
          </a:lnSpc>
          <a:defRPr sz="1700"/>
        </a:defPPr>
      </a:lstStyle>
      <a:style>
        <a:lnRef idx="0">
          <a:schemeClr val="accent1"/>
        </a:lnRef>
        <a:fillRef idx="1">
          <a:schemeClr val="accent1"/>
        </a:fillRef>
        <a:effectRef idx="0">
          <a:srgbClr val="000000"/>
        </a:effectRef>
        <a:fontRef idx="minor">
          <a:srgbClr val="FFFFFF"/>
        </a:fontRef>
      </a:style>
    </a:spDef>
    <a:lnDef>
      <a:spPr>
        <a:ln w="12700" cap="flat">
          <a:miter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rgbClr val="000000"/>
        </a:effectRef>
        <a:fontRef idx="minor">
          <a:srgbClr val="FFFFFF"/>
        </a:fontRef>
      </a:style>
    </a:lnDef>
    <a:txDef>
      <a:spPr>
        <a:noFill/>
      </a:spPr>
      <a:bodyPr wrap="square" lIns="0" tIns="0" rIns="0" bIns="0" rtlCol="0">
        <a:noAutofit/>
      </a:bodyPr>
      <a:lstStyle>
        <a:defPPr marL="182880" indent="-182880">
          <a:lnSpc>
            <a:spcPct val="95000"/>
          </a:lnSpc>
          <a:spcBef>
            <a:spcPts val="1000"/>
          </a:spcBef>
          <a:buSzPct val="100000"/>
          <a:buFont typeface="Arial"/>
          <a:buChar char="▪"/>
          <a:defRPr sz="1700"/>
        </a:defPPr>
      </a:lstStyle>
    </a:txDef>
  </a:objectDefaults>
  <a:extraClrSchemeLst/>
  <a:custClrLst>
    <a:custClr name="Army Black">
      <a:srgbClr val="221F20"/>
    </a:custClr>
    <a:custClr name="Army Gold">
      <a:srgbClr val="FFCC01"/>
    </a:custClr>
    <a:custClr name="White">
      <a:srgbClr val="FFFFFF"/>
    </a:custClr>
    <a:custClr name="Army Green">
      <a:srgbClr val="2F372F"/>
    </a:custClr>
    <a:custClr name="Tan">
      <a:srgbClr val="F1E4C7"/>
    </a:custClr>
    <a:custClr name="Field 01">
      <a:srgbClr val="727365"/>
    </a:custClr>
    <a:custClr name="Field 02">
      <a:srgbClr val="BFB8A6"/>
    </a:custClr>
    <a:custClr name="Gray 01">
      <a:srgbClr val="565557"/>
    </a:custClr>
    <a:custClr name="Gray 02">
      <a:srgbClr val="D5D5D7"/>
    </a:custClr>
    <a:custClr name="Highlight Orange">
      <a:srgbClr val="F16521"/>
    </a:custClr>
    <a:custClr name="Highlight Green">
      <a:srgbClr val="2DAA27"/>
    </a:custClr>
    <a:custClr name="Highlight Red">
      <a:srgbClr val="CF0000"/>
    </a:custClr>
  </a:custClrLst>
  <a:extLst>
    <a:ext uri="{05A4C25C-085E-4340-85A3-A5531E510DB2}">
      <thm15:themeFamily xmlns:thm15="http://schemas.microsoft.com/office/thememl/2012/main" name="US Army PowerPoint 16x9 12Feb2023" id="{3EB2FCAD-453B-4F97-9379-31EB449BB4A1}" vid="{CCBAEC26-5D3F-44DD-9C13-DB69982D462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Version=16.0.0.0, Culture=neutral, PublicKeyToken=71e9bce111e9429c</Assembly>
    <Class>Microsoft.Office.DocumentManagement.Internal.DocIdHandler</Class>
    <Data/>
    <Filter/>
  </Receiver>
</spe:Receiver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Name_x0028_Outlook_x0029_ xmlns="819a213c-e595-4af7-868c-5311d0f07b09">
      <UserInfo>
        <DisplayName/>
        <AccountId xsi:nil="true"/>
        <AccountType/>
      </UserInfo>
    </Name_x0028_Outlook_x0029_>
    <_ip_UnifiedCompliancePolicyUIAction xmlns="http://schemas.microsoft.com/sharepoint/v3" xsi:nil="true"/>
    <TaxCatchAll xmlns="43c4306d-bcae-48a3-b5b4-6245fba36c72">
      <Value>117</Value>
      <Value>336</Value>
      <Value>352</Value>
      <Value>332</Value>
      <Value>330</Value>
      <Value>5</Value>
      <Value>88</Value>
      <Value>2</Value>
      <Value>1</Value>
    </TaxCatchAll>
    <Project xmlns="819a213c-e595-4af7-868c-5311d0f07b09">Shrike</Project>
    <b3e0283348f04d719dc2db6c1ad0eab0 xmlns="819a213c-e595-4af7-868c-5311d0f07b09">
      <Terms xmlns="http://schemas.microsoft.com/office/infopath/2007/PartnerControls"/>
    </b3e0283348f04d719dc2db6c1ad0eab0>
    <kf4578e6b9744d06891b013fb9171991 xmlns="819a213c-e595-4af7-868c-5311d0f07b09">
      <Terms xmlns="http://schemas.microsoft.com/office/infopath/2007/PartnerControls">
        <TermInfo xmlns="http://schemas.microsoft.com/office/infopath/2007/PartnerControls">
          <TermName xmlns="http://schemas.microsoft.com/office/infopath/2007/PartnerControls">FCAI</TermName>
          <TermId xmlns="http://schemas.microsoft.com/office/infopath/2007/PartnerControls">fd9e9f27-4afa-4bd6-9815-b72522a6dee4</TermId>
        </TermInfo>
      </Terms>
    </kf4578e6b9744d06891b013fb9171991>
    <e7bf107ab2e246c2ae3b25ccb19c4fe7 xmlns="819a213c-e595-4af7-868c-5311d0f07b09">
      <Terms xmlns="http://schemas.microsoft.com/office/infopath/2007/PartnerControls"/>
    </e7bf107ab2e246c2ae3b25ccb19c4fe7>
    <Status xmlns="819a213c-e595-4af7-868c-5311d0f07b09">NA</Status>
    <k1cd0d7a50e348e5b2cecacdbb53a3ff xmlns="819a213c-e595-4af7-868c-5311d0f07b09">
      <Terms xmlns="http://schemas.microsoft.com/office/infopath/2007/PartnerControls">
        <TermInfo xmlns="http://schemas.microsoft.com/office/infopath/2007/PartnerControls">
          <TermName xmlns="http://schemas.microsoft.com/office/infopath/2007/PartnerControls">NA</TermName>
          <TermId xmlns="http://schemas.microsoft.com/office/infopath/2007/PartnerControls">6c779868-fdfe-4433-a583-74f72965e832</TermId>
        </TermInfo>
      </Terms>
    </k1cd0d7a50e348e5b2cecacdbb53a3ff>
    <k4bd3d618c344bb496a0035fa1bfa95e xmlns="819a213c-e595-4af7-868c-5311d0f07b09">
      <Terms xmlns="http://schemas.microsoft.com/office/infopath/2007/PartnerControls">
        <TermInfo xmlns="http://schemas.microsoft.com/office/infopath/2007/PartnerControls">
          <TermName xmlns="http://schemas.microsoft.com/office/infopath/2007/PartnerControls">NA</TermName>
          <TermId xmlns="http://schemas.microsoft.com/office/infopath/2007/PartnerControls">14e9068e-14f9-49cc-a753-38a742264b27</TermId>
        </TermInfo>
      </Terms>
    </k4bd3d618c344bb496a0035fa1bfa95e>
    <m3911d227d12438196938f21bccbb829 xmlns="819a213c-e595-4af7-868c-5311d0f07b09">
      <Terms xmlns="http://schemas.microsoft.com/office/infopath/2007/PartnerControls">
        <TermInfo xmlns="http://schemas.microsoft.com/office/infopath/2007/PartnerControls">
          <TermName xmlns="http://schemas.microsoft.com/office/infopath/2007/PartnerControls">Unclassified</TermName>
          <TermId xmlns="http://schemas.microsoft.com/office/infopath/2007/PartnerControls">0e44ab2e-9e75-4d69-bacf-b9adbba64961</TermId>
        </TermInfo>
      </Terms>
    </m3911d227d12438196938f21bccbb829>
    <j85403ed819e4ad59bb8aa44734c7278 xmlns="819a213c-e595-4af7-868c-5311d0f07b09">
      <Terms xmlns="http://schemas.microsoft.com/office/infopath/2007/PartnerControls">
        <TermInfo xmlns="http://schemas.microsoft.com/office/infopath/2007/PartnerControls">
          <TermName xmlns="http://schemas.microsoft.com/office/infopath/2007/PartnerControls">NA</TermName>
          <TermId xmlns="http://schemas.microsoft.com/office/infopath/2007/PartnerControls">c413e2e5-7da6-4fb4-9318-c07a4c95104c</TermId>
        </TermInfo>
      </Terms>
    </j85403ed819e4ad59bb8aa44734c7278>
    <e41571422c3345b4bda9d3ac979b0442 xmlns="819a213c-e595-4af7-868c-5311d0f07b09">
      <Terms xmlns="http://schemas.microsoft.com/office/infopath/2007/PartnerControls">
        <TermInfo xmlns="http://schemas.microsoft.com/office/infopath/2007/PartnerControls">
          <TermName xmlns="http://schemas.microsoft.com/office/infopath/2007/PartnerControls">Destroy</TermName>
          <TermId xmlns="http://schemas.microsoft.com/office/infopath/2007/PartnerControls">81460359-14dd-47b4-9102-5fada66d1614</TermId>
        </TermInfo>
      </Terms>
    </e41571422c3345b4bda9d3ac979b0442>
    <b2c7cbb6fa064dd095a8ebf73878e15c xmlns="819a213c-e595-4af7-868c-5311d0f07b09">
      <Terms xmlns="http://schemas.microsoft.com/office/infopath/2007/PartnerControls">
        <TermInfo xmlns="http://schemas.microsoft.com/office/infopath/2007/PartnerControls">
          <TermName xmlns="http://schemas.microsoft.com/office/infopath/2007/PartnerControls">D</TermName>
          <TermId xmlns="http://schemas.microsoft.com/office/infopath/2007/PartnerControls">e66b2925-d207-445d-a7ac-7bf5587a61c3</TermId>
        </TermInfo>
      </Terms>
    </b2c7cbb6fa064dd095a8ebf73878e15c>
    <n050dff107b041e7a8136cabb03c9f16 xmlns="819a213c-e595-4af7-868c-5311d0f07b09">
      <Terms xmlns="http://schemas.microsoft.com/office/infopath/2007/PartnerControls"/>
    </n050dff107b041e7a8136cabb03c9f16>
    <dbcc5996da9743a2aff52ccb96daf316 xmlns="819a213c-e595-4af7-868c-5311d0f07b09">
      <Terms xmlns="http://schemas.microsoft.com/office/infopath/2007/PartnerControls"/>
    </dbcc5996da9743a2aff52ccb96daf316>
    <_ip_UnifiedCompliancePolicyProperties xmlns="http://schemas.microsoft.com/sharepoint/v3" xsi:nil="true"/>
    <Comments xmlns="819a213c-e595-4af7-868c-5311d0f07b09" xsi:nil="true"/>
    <_dlc_DocIdPersistId xmlns="43c4306d-bcae-48a3-b5b4-6245fba36c72" xsi:nil="true"/>
    <_dlc_DocIdUrl xmlns="43c4306d-bcae-48a3-b5b4-6245fba36c72">
      <Url>https://armyeitaas.sharepoint-mil.us/teams/AI2CKMDevelopmentTeam/_layouts/15/DocIdRedir.aspx?ID=PNCAVZZWCJMJ-719779062-26496</Url>
      <Description>PNCAVZZWCJMJ-719779062-26496</Description>
    </_dlc_DocIdUrl>
    <Teams xmlns="819a213c-e595-4af7-868c-5311d0f07b09">NA</Teams>
    <lcf76f155ced4ddcb4097134ff3c332f xmlns="819a213c-e595-4af7-868c-5311d0f07b09">
      <Terms xmlns="http://schemas.microsoft.com/office/infopath/2007/PartnerControls"/>
    </lcf76f155ced4ddcb4097134ff3c332f>
    <kf187aa08ef840c0be306c2b7cf181cc xmlns="819a213c-e595-4af7-868c-5311d0f07b09">
      <Terms xmlns="http://schemas.microsoft.com/office/infopath/2007/PartnerControls"/>
    </kf187aa08ef840c0be306c2b7cf181cc>
    <k8ed72fc0ac74230bc2bce9a30aa3ff1 xmlns="819a213c-e595-4af7-868c-5311d0f07b09">
      <Terms xmlns="http://schemas.microsoft.com/office/infopath/2007/PartnerControls"/>
    </k8ed72fc0ac74230bc2bce9a30aa3ff1>
    <j3cec2dc15da4ea9ae4c2914aab734b8 xmlns="819a213c-e595-4af7-868c-5311d0f07b09">
      <Terms xmlns="http://schemas.microsoft.com/office/infopath/2007/PartnerControls">
        <TermInfo xmlns="http://schemas.microsoft.com/office/infopath/2007/PartnerControls">
          <TermName xmlns="http://schemas.microsoft.com/office/infopath/2007/PartnerControls">Unofficial</TermName>
          <TermId xmlns="http://schemas.microsoft.com/office/infopath/2007/PartnerControls">fb72a3e1-cd07-4e90-8aa1-1e35bcf7448f</TermId>
        </TermInfo>
      </Terms>
    </j3cec2dc15da4ea9ae4c2914aab734b8>
    <_dlc_DocId xmlns="43c4306d-bcae-48a3-b5b4-6245fba36c72">PNCAVZZWCJMJ-719779062-26496</_dlc_DocId>
  </documentManagement>
</p:properties>
</file>

<file path=customXml/item4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44FEF590B341F46AAAF568C3B82DA74" ma:contentTypeVersion="126" ma:contentTypeDescription="Create a new document." ma:contentTypeScope="" ma:versionID="da2759216466bc3ec804369b15a902a5">
  <xsd:schema xmlns:xsd="http://www.w3.org/2001/XMLSchema" xmlns:xs="http://www.w3.org/2001/XMLSchema" xmlns:p="http://schemas.microsoft.com/office/2006/metadata/properties" xmlns:ns1="http://schemas.microsoft.com/sharepoint/v3" xmlns:ns2="819a213c-e595-4af7-868c-5311d0f07b09" xmlns:ns3="43c4306d-bcae-48a3-b5b4-6245fba36c72" targetNamespace="http://schemas.microsoft.com/office/2006/metadata/properties" ma:root="true" ma:fieldsID="23a203c7101a14e7e286c2f61aba86b7" ns1:_="" ns2:_="" ns3:_="">
    <xsd:import namespace="http://schemas.microsoft.com/sharepoint/v3"/>
    <xsd:import namespace="819a213c-e595-4af7-868c-5311d0f07b09"/>
    <xsd:import namespace="43c4306d-bcae-48a3-b5b4-6245fba36c72"/>
    <xsd:element name="properties">
      <xsd:complexType>
        <xsd:sequence>
          <xsd:element name="documentManagement">
            <xsd:complexType>
              <xsd:all>
                <xsd:element ref="ns2:Name_x0028_Outlook_x0029_" minOccurs="0"/>
                <xsd:element ref="ns2:Status" minOccurs="0"/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k1cd0d7a50e348e5b2cecacdbb53a3ff" minOccurs="0"/>
                <xsd:element ref="ns3:TaxCatchAll" minOccurs="0"/>
                <xsd:element ref="ns2:k4bd3d618c344bb496a0035fa1bfa95e" minOccurs="0"/>
                <xsd:element ref="ns2:b3e0283348f04d719dc2db6c1ad0eab0" minOccurs="0"/>
                <xsd:element ref="ns2:n050dff107b041e7a8136cabb03c9f16" minOccurs="0"/>
                <xsd:element ref="ns2:m3911d227d12438196938f21bccbb829" minOccurs="0"/>
                <xsd:element ref="ns2:kf187aa08ef840c0be306c2b7cf181cc" minOccurs="0"/>
                <xsd:element ref="ns2:dbcc5996da9743a2aff52ccb96daf316" minOccurs="0"/>
                <xsd:element ref="ns2:e7bf107ab2e246c2ae3b25ccb19c4fe7" minOccurs="0"/>
                <xsd:element ref="ns2:k8ed72fc0ac74230bc2bce9a30aa3ff1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LengthInSeconds" minOccurs="0"/>
                <xsd:element ref="ns2:j3cec2dc15da4ea9ae4c2914aab734b8" minOccurs="0"/>
                <xsd:element ref="ns2:j85403ed819e4ad59bb8aa44734c7278" minOccurs="0"/>
                <xsd:element ref="ns3:_dlc_DocId" minOccurs="0"/>
                <xsd:element ref="ns3:_dlc_DocIdUrl" minOccurs="0"/>
                <xsd:element ref="ns3:_dlc_DocIdPersistId" minOccurs="0"/>
                <xsd:element ref="ns2:lcf76f155ced4ddcb4097134ff3c332f" minOccurs="0"/>
                <xsd:element ref="ns2:b2c7cbb6fa064dd095a8ebf73878e15c" minOccurs="0"/>
                <xsd:element ref="ns2:e41571422c3345b4bda9d3ac979b0442" minOccurs="0"/>
                <xsd:element ref="ns2:kf4578e6b9744d06891b013fb9171991" minOccurs="0"/>
                <xsd:element ref="ns2:MediaServiceLocation" minOccurs="0"/>
                <xsd:element ref="ns1:_ip_UnifiedCompliancePolicyProperties" minOccurs="0"/>
                <xsd:element ref="ns1:_ip_UnifiedCompliancePolicyUIAction" minOccurs="0"/>
                <xsd:element ref="ns2:Teams" minOccurs="0"/>
                <xsd:element ref="ns2:MediaServiceObjectDetectorVersions" minOccurs="0"/>
                <xsd:element ref="ns2:MediaServiceSearchProperties" minOccurs="0"/>
                <xsd:element ref="ns2:Comments" minOccurs="0"/>
                <xsd:element ref="ns2:MediaServiceBillingMetadata" minOccurs="0"/>
                <xsd:element ref="ns2:Projec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56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57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19a213c-e595-4af7-868c-5311d0f07b09" elementFormDefault="qualified">
    <xsd:import namespace="http://schemas.microsoft.com/office/2006/documentManagement/types"/>
    <xsd:import namespace="http://schemas.microsoft.com/office/infopath/2007/PartnerControls"/>
    <xsd:element name="Name_x0028_Outlook_x0029_" ma:index="7" nillable="true" ma:displayName="Name (Outlook)" ma:format="Dropdown" ma:list="UserInfo" ma:SharePointGroup="0" ma:internalName="Name_x0028_Outlook_x0029_" ma:readOnly="false" ma:showField="ImnNam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tatus" ma:index="16" nillable="true" ma:displayName="Status" ma:format="Dropdown" ma:hidden="true" ma:internalName="Status" ma:readOnly="false">
      <xsd:simpleType>
        <xsd:restriction base="dms:Choice">
          <xsd:enumeration value="Current"/>
          <xsd:enumeration value="Archive/Old"/>
          <xsd:enumeration value="NA"/>
          <xsd:enumeration value="Draft"/>
        </xsd:restriction>
      </xsd:simpleType>
    </xsd:element>
    <xsd:element name="MediaServiceMetadata" ma:index="23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24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25" nillable="true" ma:displayName="Tags" ma:hidden="true" ma:internalName="MediaServiceAutoTags" ma:readOnly="true">
      <xsd:simpleType>
        <xsd:restriction base="dms:Text"/>
      </xsd:simpleType>
    </xsd:element>
    <xsd:element name="MediaServiceOCR" ma:index="26" nillable="true" ma:displayName="Extracted Text" ma:hidden="true" ma:internalName="MediaServiceOCR" ma:readOnly="true">
      <xsd:simpleType>
        <xsd:restriction base="dms:Note"/>
      </xsd:simpleType>
    </xsd:element>
    <xsd:element name="MediaServiceGenerationTime" ma:index="2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8" nillable="true" ma:displayName="MediaServiceEventHashCode" ma:hidden="true" ma:internalName="MediaServiceEventHashCode" ma:readOnly="true">
      <xsd:simpleType>
        <xsd:restriction base="dms:Text"/>
      </xsd:simpleType>
    </xsd:element>
    <xsd:element name="k1cd0d7a50e348e5b2cecacdbb53a3ff" ma:index="29" nillable="true" ma:taxonomy="true" ma:internalName="k1cd0d7a50e348e5b2cecacdbb53a3ff" ma:taxonomyFieldName="Solicitation_x0020_Status" ma:displayName="Solicitation Status" ma:readOnly="false" ma:default="1;#NA|6c779868-fdfe-4433-a583-74f72965e832" ma:fieldId="{41cd0d7a-50e3-48e5-b2ce-cacdbb53a3ff}" ma:sspId="cc874fec-6985-468d-9a86-0194f6fd86dc" ma:termSetId="a7e84a42-a39b-4531-845c-ea1fc61829d2" ma:anchorId="00000000-0000-0000-0000-000000000000" ma:open="true" ma:isKeyword="false">
      <xsd:complexType>
        <xsd:sequence>
          <xsd:element ref="pc:Terms" minOccurs="0" maxOccurs="1"/>
        </xsd:sequence>
      </xsd:complexType>
    </xsd:element>
    <xsd:element name="k4bd3d618c344bb496a0035fa1bfa95e" ma:index="31" nillable="true" ma:taxonomy="true" ma:internalName="k4bd3d618c344bb496a0035fa1bfa95e" ma:taxonomyFieldName="LOE" ma:displayName="LOE" ma:readOnly="false" ma:default="2;#NA|14e9068e-14f9-49cc-a753-38a742264b27" ma:fieldId="{44bd3d61-8c34-4bb4-96a0-035fa1bfa95e}" ma:sspId="cc874fec-6985-468d-9a86-0194f6fd86dc" ma:termSetId="e3775769-8da3-4df4-a925-8d72e92048b9" ma:anchorId="00000000-0000-0000-0000-000000000000" ma:open="true" ma:isKeyword="false">
      <xsd:complexType>
        <xsd:sequence>
          <xsd:element ref="pc:Terms" minOccurs="0" maxOccurs="1"/>
        </xsd:sequence>
      </xsd:complexType>
    </xsd:element>
    <xsd:element name="b3e0283348f04d719dc2db6c1ad0eab0" ma:index="32" nillable="true" ma:taxonomy="true" ma:internalName="b3e0283348f04d719dc2db6c1ad0eab0" ma:taxonomyFieldName="Area_x0020_of_x0020_Interest" ma:displayName="Area of Interest" ma:readOnly="false" ma:default="" ma:fieldId="{b3e02833-48f0-4d71-9dc2-db6c1ad0eab0}" ma:sspId="cc874fec-6985-468d-9a86-0194f6fd86dc" ma:termSetId="ee579622-d2f1-4c74-b2cd-b7508c8c2feb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n050dff107b041e7a8136cabb03c9f16" ma:index="33" nillable="true" ma:taxonomy="true" ma:internalName="n050dff107b041e7a8136cabb03c9f16" ma:taxonomyFieldName="Topic" ma:displayName="Topic" ma:default="" ma:fieldId="{7050dff1-07b0-41e7-a813-6cabb03c9f16}" ma:taxonomyMulti="true" ma:sspId="cc874fec-6985-468d-9a86-0194f6fd86dc" ma:termSetId="564c2603-edaa-4279-ba20-a50b6c349044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m3911d227d12438196938f21bccbb829" ma:index="34" ma:taxonomy="true" ma:internalName="m3911d227d12438196938f21bccbb829" ma:taxonomyFieldName="Classification" ma:displayName="Classification" ma:default="5;#Unclassified|0e44ab2e-9e75-4d69-bacf-b9adbba64961" ma:fieldId="{63911d22-7d12-4381-9693-8f21bccbb829}" ma:sspId="cc874fec-6985-468d-9a86-0194f6fd86dc" ma:termSetId="cafe8798-7058-4f05-ac98-c72cef79a149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kf187aa08ef840c0be306c2b7cf181cc" ma:index="35" nillable="true" ma:taxonomy="true" ma:internalName="kf187aa08ef840c0be306c2b7cf181cc" ma:taxonomyFieldName="Directorate" ma:displayName="Document Owner" ma:indexed="true" ma:default="" ma:fieldId="{4f187aa0-8ef8-40c0-be30-6c2b7cf181cc}" ma:sspId="cc874fec-6985-468d-9a86-0194f6fd86dc" ma:termSetId="6a5736ba-8146-4f3f-8364-3314cb933e7c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dbcc5996da9743a2aff52ccb96daf316" ma:index="36" nillable="true" ma:taxonomy="true" ma:internalName="dbcc5996da9743a2aff52ccb96daf316" ma:taxonomyFieldName="Content_x0020_Type" ma:displayName="Document Type" ma:indexed="true" ma:readOnly="false" ma:default="" ma:fieldId="{dbcc5996-da97-43a2-aff5-2ccb96daf316}" ma:sspId="cc874fec-6985-468d-9a86-0194f6fd86dc" ma:termSetId="3a54f6fc-06b1-4d2e-9f56-417cd4a3a7b4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e7bf107ab2e246c2ae3b25ccb19c4fe7" ma:index="37" nillable="true" ma:taxonomy="true" ma:internalName="e7bf107ab2e246c2ae3b25ccb19c4fe7" ma:taxonomyFieldName="Fiscal_x0020_Year" ma:displayName="Fiscal Year" ma:indexed="true" ma:readOnly="false" ma:default="" ma:fieldId="{e7bf107a-b2e2-46c2-ae3b-25ccb19c4fe7}" ma:sspId="cc874fec-6985-468d-9a86-0194f6fd86dc" ma:termSetId="0f34983b-b629-4dd2-99ed-0c06de97fa1a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k8ed72fc0ac74230bc2bce9a30aa3ff1" ma:index="38" nillable="true" ma:taxonomy="true" ma:internalName="k8ed72fc0ac74230bc2bce9a30aa3ff1" ma:taxonomyFieldName="WorkStream_x002f_Portfolio" ma:displayName="Workstream/Portfolio" ma:indexed="true" ma:readOnly="false" ma:default="" ma:fieldId="{48ed72fc-0ac7-4230-bc2b-ce9a30aa3ff1}" ma:sspId="cc874fec-6985-468d-9a86-0194f6fd86dc" ma:termSetId="5662a39b-a151-4706-9a08-c9eda8c3d990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MediaServiceDateTaken" ma:index="41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42" nillable="true" ma:displayName="MediaLengthInSeconds" ma:hidden="true" ma:internalName="MediaLengthInSeconds" ma:readOnly="true">
      <xsd:simpleType>
        <xsd:restriction base="dms:Unknown"/>
      </xsd:simpleType>
    </xsd:element>
    <xsd:element name="j3cec2dc15da4ea9ae4c2914aab734b8" ma:index="43" nillable="true" ma:taxonomy="true" ma:internalName="j3cec2dc15da4ea9ae4c2914aab734b8" ma:taxonomyFieldName="Record_x0020_Type" ma:displayName="Record" ma:default="88;#Unofficial|fb72a3e1-cd07-4e90-8aa1-1e35bcf7448f" ma:fieldId="{33cec2dc-15da-4ea9-ae4c-2914aab734b8}" ma:sspId="cc874fec-6985-468d-9a86-0194f6fd86dc" ma:termSetId="0cf31371-acd7-4671-9576-2f3358482f05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j85403ed819e4ad59bb8aa44734c7278" ma:index="44" nillable="true" ma:taxonomy="true" ma:internalName="j85403ed819e4ad59bb8aa44734c7278" ma:taxonomyFieldName="External_x0020_Source_x002f_Partner" ma:displayName="External Source/Partner" ma:readOnly="false" ma:default="117;#NA|c413e2e5-7da6-4fb4-9318-c07a4c95104c" ma:fieldId="{385403ed-819e-4ad5-9bb8-aa44734c7278}" ma:taxonomyMulti="true" ma:sspId="cc874fec-6985-468d-9a86-0194f6fd86dc" ma:termSetId="67f66003-577c-443c-9b72-f88486c11705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lcf76f155ced4ddcb4097134ff3c332f" ma:index="48" nillable="true" ma:taxonomy="true" ma:internalName="lcf76f155ced4ddcb4097134ff3c332f" ma:taxonomyFieldName="MediaServiceImageTags" ma:displayName="Image Tags" ma:readOnly="false" ma:fieldId="{5cf76f15-5ced-4ddc-b409-7134ff3c332f}" ma:taxonomyMulti="true" ma:sspId="cc874fec-6985-468d-9a86-0194f6fd86d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b2c7cbb6fa064dd095a8ebf73878e15c" ma:index="49" ma:taxonomy="true" ma:internalName="b2c7cbb6fa064dd095a8ebf73878e15c" ma:taxonomyFieldName="Releasability" ma:displayName="Releasability" ma:default="332;#D|e66b2925-d207-445d-a7ac-7bf5587a61c3" ma:fieldId="{b2c7cbb6-fa06-4dd0-95a8-ebf73878e15c}" ma:sspId="cc874fec-6985-468d-9a86-0194f6fd86dc" ma:termSetId="fe1278fb-562c-4ee8-9a91-4df2c40d1178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e41571422c3345b4bda9d3ac979b0442" ma:index="50" nillable="true" ma:taxonomy="true" ma:internalName="e41571422c3345b4bda9d3ac979b0442" ma:taxonomyFieldName="Disposition_x0020_Policy" ma:displayName="Disposition Policy" ma:default="336;#Destroy|81460359-14dd-47b4-9102-5fada66d1614" ma:fieldId="{e4157142-2c33-45b4-bda9-d3ac979b0442}" ma:sspId="cc874fec-6985-468d-9a86-0194f6fd86dc" ma:termSetId="fe128be2-986f-4032-8b9a-c7656f4d544a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kf4578e6b9744d06891b013fb9171991" ma:index="51" ma:taxonomy="true" ma:internalName="kf4578e6b9744d06891b013fb9171991" ma:taxonomyFieldName="Office_x0020_Symbol" ma:displayName="Office Symbol" ma:indexed="true" ma:default="352;#FCAI|fd9e9f27-4afa-4bd6-9815-b72522a6dee4" ma:fieldId="{4f4578e6-b974-4d06-891b-013fb9171991}" ma:sspId="cc874fec-6985-468d-9a86-0194f6fd86dc" ma:termSetId="d0686f46-3eb7-4613-84d0-e0dbe892cb09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MediaServiceLocation" ma:index="52" nillable="true" ma:displayName="Location" ma:description="" ma:hidden="true" ma:internalName="MediaServiceLocation" ma:readOnly="true">
      <xsd:simpleType>
        <xsd:restriction base="dms:Text"/>
      </xsd:simpleType>
    </xsd:element>
    <xsd:element name="Teams" ma:index="59" nillable="true" ma:displayName="Account Status" ma:format="Dropdown" ma:hidden="true" ma:internalName="Teams" ma:readOnly="false">
      <xsd:simpleType>
        <xsd:restriction base="dms:Choice">
          <xsd:enumeration value="Pending Documents"/>
          <xsd:enumeration value="New Request (w/G2)"/>
          <xsd:enumeration value="In-Progress (w/cyber/ISSO)"/>
          <xsd:enumeration value="Completed"/>
          <xsd:enumeration value="NA"/>
        </xsd:restriction>
      </xsd:simpleType>
    </xsd:element>
    <xsd:element name="MediaServiceObjectDetectorVersions" ma:index="60" nillable="true" ma:displayName="MediaServiceObjectDetectorVersions" ma:description="" ma:hidden="true" ma:internalName="MediaServiceObjectDetectorVersions" ma:readOnly="true">
      <xsd:simpleType>
        <xsd:restriction base="dms:Text"/>
      </xsd:simpleType>
    </xsd:element>
    <xsd:element name="MediaServiceSearchProperties" ma:index="6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Comments" ma:index="62" nillable="true" ma:displayName="To Open Comments" ma:format="Dropdown" ma:hidden="true" ma:internalName="Comments" ma:readOnly="false">
      <xsd:simpleType>
        <xsd:restriction base="dms:Note"/>
      </xsd:simpleType>
    </xsd:element>
    <xsd:element name="MediaServiceBillingMetadata" ma:index="63" nillable="true" ma:displayName="MediaServiceBillingMetadata" ma:hidden="true" ma:internalName="MediaServiceBillingMetadata" ma:readOnly="true">
      <xsd:simpleType>
        <xsd:restriction base="dms:Note"/>
      </xsd:simpleType>
    </xsd:element>
    <xsd:element name="Project" ma:index="64" nillable="true" ma:displayName="Project" ma:format="Dropdown" ma:internalName="Project">
      <xsd:simpleType>
        <xsd:restriction base="dms:Choice">
          <xsd:enumeration value="Shrike Nano"/>
          <xsd:enumeration value="Peregrine"/>
          <xsd:enumeration value="Crowstorm"/>
          <xsd:enumeration value="TacML"/>
          <xsd:enumeration value="N/A"/>
          <xsd:enumeration value="Shrike Core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3c4306d-bcae-48a3-b5b4-6245fba36c72" elementFormDefault="qualified">
    <xsd:import namespace="http://schemas.microsoft.com/office/2006/documentManagement/types"/>
    <xsd:import namespace="http://schemas.microsoft.com/office/infopath/2007/PartnerControls"/>
    <xsd:element name="TaxCatchAll" ma:index="30" nillable="true" ma:displayName="Taxonomy Catch All Column" ma:hidden="true" ma:list="{22c06353-c04d-4988-ac38-5490097f12b5}" ma:internalName="TaxCatchAll" ma:readOnly="false" ma:showField="CatchAllData" ma:web="43c4306d-bcae-48a3-b5b4-6245fba36c7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39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40" nillable="true" ma:displayName="Shared With Details" ma:hidden="true" ma:internalName="SharedWithDetails" ma:readOnly="true">
      <xsd:simpleType>
        <xsd:restriction base="dms:Note"/>
      </xsd:simpleType>
    </xsd:element>
    <xsd:element name="_dlc_DocId" ma:index="45" nillable="true" ma:displayName="Document ID Value" ma:description="The value of the document ID assigned to this item." ma:hidden="true" ma:internalName="_dlc_DocId" ma:readOnly="true">
      <xsd:simpleType>
        <xsd:restriction base="dms:Text"/>
      </xsd:simpleType>
    </xsd:element>
    <xsd:element name="_dlc_DocIdUrl" ma:index="46" nillable="true" ma:displayName="Document ID" ma:description="Permanent link to this document." ma:hidden="true" ma:internalName="_dlc_DocIdUrl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47" nillable="true" ma:displayName="Persist ID" ma:description="Keep ID on add." ma:hidden="true" ma:internalName="_dlc_DocIdPersistId" ma:readOnly="false">
      <xsd:simpleType>
        <xsd:restriction base="dms:Boolea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C5A9CCD-8D95-4E29-9BBC-62ED344D200A}">
  <ds:schemaRefs>
    <ds:schemaRef ds:uri="http://schemas.microsoft.com/sharepoint/events"/>
  </ds:schemaRefs>
</ds:datastoreItem>
</file>

<file path=customXml/itemProps2.xml><?xml version="1.0" encoding="utf-8"?>
<ds:datastoreItem xmlns:ds="http://schemas.openxmlformats.org/officeDocument/2006/customXml" ds:itemID="{D5CBC06A-5433-41AC-89E1-93399C4B6D2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64B5808-DACA-4273-92AE-F78AD06EB5C9}">
  <ds:schemaRefs>
    <ds:schemaRef ds:uri="http://schemas.microsoft.com/office/2006/metadata/properties"/>
    <ds:schemaRef ds:uri="http://schemas.microsoft.com/office/infopath/2007/PartnerControls"/>
    <ds:schemaRef ds:uri="819a213c-e595-4af7-868c-5311d0f07b09"/>
    <ds:schemaRef ds:uri="http://schemas.microsoft.com/sharepoint/v3"/>
    <ds:schemaRef ds:uri="43c4306d-bcae-48a3-b5b4-6245fba36c72"/>
  </ds:schemaRefs>
</ds:datastoreItem>
</file>

<file path=customXml/itemProps4.xml><?xml version="1.0" encoding="utf-8"?>
<ds:datastoreItem xmlns:ds="http://schemas.openxmlformats.org/officeDocument/2006/customXml" ds:itemID="{8F325A96-F9CD-4C1F-BC68-5ED8156DC1C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819a213c-e595-4af7-868c-5311d0f07b09"/>
    <ds:schemaRef ds:uri="43c4306d-bcae-48a3-b5b4-6245fba36c7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554eecc5-e26c-4620-b240-5a8bb326c33d}" enabled="1" method="Privileged" siteId="{fae6d70f-954b-4811-92b6-0530d6f84c43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301</TotalTime>
  <Words>6</Words>
  <Application>Microsoft Office PowerPoint</Application>
  <PresentationFormat>Widescreen</PresentationFormat>
  <Paragraphs>6</Paragraphs>
  <Slides>18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19" baseType="lpstr">
      <vt:lpstr>US Army 2023 AFC DEVCOM Logo</vt:lpstr>
      <vt:lpstr>Recursion</vt:lpstr>
      <vt:lpstr>What is recursion? </vt:lpstr>
      <vt:lpstr>Terms</vt:lpstr>
      <vt:lpstr>An example </vt:lpstr>
      <vt:lpstr>Order of Execution / Return Values </vt:lpstr>
      <vt:lpstr>On Your Own </vt:lpstr>
      <vt:lpstr>A solution </vt:lpstr>
      <vt:lpstr>More about stacks </vt:lpstr>
      <vt:lpstr>Multiple Recursion </vt:lpstr>
      <vt:lpstr>Multiple Recursion </vt:lpstr>
      <vt:lpstr>Another Example </vt:lpstr>
      <vt:lpstr>Other Common Problems </vt:lpstr>
      <vt:lpstr>Binary Search </vt:lpstr>
      <vt:lpstr>Binary Search </vt:lpstr>
      <vt:lpstr>Directory Traversal </vt:lpstr>
      <vt:lpstr>Directory Traversal </vt:lpstr>
      <vt:lpstr>Other Thoughts / On Your Own </vt:lpstr>
      <vt:lpstr>Questions?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Lohff, Matthew J CPT USARMY AFC AI2C (USA)</dc:creator>
  <cp:lastModifiedBy>Ethan Shafer</cp:lastModifiedBy>
  <cp:revision>223</cp:revision>
  <dcterms:created xsi:type="dcterms:W3CDTF">2024-10-01T14:45:26Z</dcterms:created>
  <dcterms:modified xsi:type="dcterms:W3CDTF">2025-12-23T16:09:15Z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0x010100744FEF590B341F46AAAF568C3B82DA74</vt:lpwstr>
  </property>
  <property fmtid="{D5CDD505-2E9C-101B-9397-08002B2CF9AE}" pid="3" name="n6d39dfb0ba548ee81d3cb7c7a871b2f">
    <vt:lpwstr>KE6|ee114a7c-f57d-45a8-a4c9-243f1aa339d5</vt:lpwstr>
  </property>
  <property fmtid="{D5CDD505-2E9C-101B-9397-08002B2CF9AE}" pid="4" name="Disposition Policy">
    <vt:lpwstr>336;#Destroy|81460359-14dd-47b4-9102-5fada66d1614</vt:lpwstr>
  </property>
  <property fmtid="{D5CDD505-2E9C-101B-9397-08002B2CF9AE}" pid="5" name="Releasability">
    <vt:lpwstr>332;#D|e66b2925-d207-445d-a7ac-7bf5587a61c3</vt:lpwstr>
  </property>
  <property fmtid="{D5CDD505-2E9C-101B-9397-08002B2CF9AE}" pid="6" name="_dlc_DocIdItemGuid">
    <vt:lpwstr>ad8a59db-f610-480d-be0c-f410d4cfb6b3</vt:lpwstr>
  </property>
  <property fmtid="{D5CDD505-2E9C-101B-9397-08002B2CF9AE}" pid="7" name="Classification">
    <vt:lpwstr>5;#Unclassified|0e44ab2e-9e75-4d69-bacf-b9adbba64961</vt:lpwstr>
  </property>
  <property fmtid="{D5CDD505-2E9C-101B-9397-08002B2CF9AE}" pid="8" name="LOE">
    <vt:lpwstr>2;#NA|14e9068e-14f9-49cc-a753-38a742264b27</vt:lpwstr>
  </property>
  <property fmtid="{D5CDD505-2E9C-101B-9397-08002B2CF9AE}" pid="9" name="Solicitation Status">
    <vt:lpwstr>1;#NA|6c779868-fdfe-4433-a583-74f72965e832</vt:lpwstr>
  </property>
  <property fmtid="{D5CDD505-2E9C-101B-9397-08002B2CF9AE}" pid="10" name="Record Type">
    <vt:lpwstr>88;#Unofficial|fb72a3e1-cd07-4e90-8aa1-1e35bcf7448f</vt:lpwstr>
  </property>
  <property fmtid="{D5CDD505-2E9C-101B-9397-08002B2CF9AE}" pid="11" name="External Source/Partner">
    <vt:lpwstr>117;#NA|c413e2e5-7da6-4fb4-9318-c07a4c95104c</vt:lpwstr>
  </property>
  <property fmtid="{D5CDD505-2E9C-101B-9397-08002B2CF9AE}" pid="12" name="Office Symbol">
    <vt:lpwstr>352;#FCAI|fd9e9f27-4afa-4bd6-9815-b72522a6dee4</vt:lpwstr>
  </property>
  <property fmtid="{D5CDD505-2E9C-101B-9397-08002B2CF9AE}" pid="13" name="Fiscal_x0020_Year">
    <vt:lpwstr/>
  </property>
  <property fmtid="{D5CDD505-2E9C-101B-9397-08002B2CF9AE}" pid="14" name="Topic">
    <vt:lpwstr/>
  </property>
  <property fmtid="{D5CDD505-2E9C-101B-9397-08002B2CF9AE}" pid="15" name="Area_x0020_of_x0020_Interest">
    <vt:lpwstr/>
  </property>
  <property fmtid="{D5CDD505-2E9C-101B-9397-08002B2CF9AE}" pid="16" name="ob4d4f0a431643b9a8e658b5742a2731">
    <vt:lpwstr/>
  </property>
  <property fmtid="{D5CDD505-2E9C-101B-9397-08002B2CF9AE}" pid="17" name="Content_x0020_Type">
    <vt:lpwstr/>
  </property>
  <property fmtid="{D5CDD505-2E9C-101B-9397-08002B2CF9AE}" pid="18" name="MediaServiceImageTags">
    <vt:lpwstr/>
  </property>
  <property fmtid="{D5CDD505-2E9C-101B-9397-08002B2CF9AE}" pid="19" name="External_x0020_Source_x002f_Partner">
    <vt:lpwstr>117;#NA|c413e2e5-7da6-4fb4-9318-c07a4c95104c</vt:lpwstr>
  </property>
  <property fmtid="{D5CDD505-2E9C-101B-9397-08002B2CF9AE}" pid="20" name="Office_x0020_Symbol">
    <vt:lpwstr>352;#FCAI|fd9e9f27-4afa-4bd6-9815-b72522a6dee4</vt:lpwstr>
  </property>
  <property fmtid="{D5CDD505-2E9C-101B-9397-08002B2CF9AE}" pid="21" name="Retention Policy1">
    <vt:lpwstr>330;#KE6|ee114a7c-f57d-45a8-a4c9-243f1aa339d5</vt:lpwstr>
  </property>
  <property fmtid="{D5CDD505-2E9C-101B-9397-08002B2CF9AE}" pid="22" name="Content Type">
    <vt:lpwstr/>
  </property>
  <property fmtid="{D5CDD505-2E9C-101B-9397-08002B2CF9AE}" pid="23" name="Retention_x0020_Policy1">
    <vt:lpwstr>330;#KE6|ee114a7c-f57d-45a8-a4c9-243f1aa339d5</vt:lpwstr>
  </property>
  <property fmtid="{D5CDD505-2E9C-101B-9397-08002B2CF9AE}" pid="24" name="Record_x0020_Type">
    <vt:lpwstr>88;#Unofficial|fb72a3e1-cd07-4e90-8aa1-1e35bcf7448f</vt:lpwstr>
  </property>
  <property fmtid="{D5CDD505-2E9C-101B-9397-08002B2CF9AE}" pid="25" name="Document_x0020_Group">
    <vt:lpwstr/>
  </property>
  <property fmtid="{D5CDD505-2E9C-101B-9397-08002B2CF9AE}" pid="26" name="Disposition_x0020_Policy">
    <vt:lpwstr>336;#Destroy|81460359-14dd-47b4-9102-5fada66d1614</vt:lpwstr>
  </property>
  <property fmtid="{D5CDD505-2E9C-101B-9397-08002B2CF9AE}" pid="27" name="Directorate">
    <vt:lpwstr/>
  </property>
  <property fmtid="{D5CDD505-2E9C-101B-9397-08002B2CF9AE}" pid="28" name="Solicitation_x0020_Status">
    <vt:lpwstr>1;#NA|6c779868-fdfe-4433-a583-74f72965e832</vt:lpwstr>
  </property>
  <property fmtid="{D5CDD505-2E9C-101B-9397-08002B2CF9AE}" pid="29" name="WorkStream_x002f_Portfolio">
    <vt:lpwstr/>
  </property>
  <property fmtid="{D5CDD505-2E9C-101B-9397-08002B2CF9AE}" pid="30" name="Fiscal Year">
    <vt:lpwstr/>
  </property>
  <property fmtid="{D5CDD505-2E9C-101B-9397-08002B2CF9AE}" pid="31" name="WorkStream/Portfolio">
    <vt:lpwstr/>
  </property>
  <property fmtid="{D5CDD505-2E9C-101B-9397-08002B2CF9AE}" pid="32" name="Area of Interest">
    <vt:lpwstr/>
  </property>
  <property fmtid="{D5CDD505-2E9C-101B-9397-08002B2CF9AE}" pid="33" name="Document Group">
    <vt:lpwstr/>
  </property>
</Properties>
</file>